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465" r:id="rId2"/>
    <p:sldId id="464" r:id="rId3"/>
    <p:sldId id="466" r:id="rId4"/>
    <p:sldId id="498" r:id="rId5"/>
    <p:sldId id="500" r:id="rId6"/>
    <p:sldId id="499" r:id="rId7"/>
    <p:sldId id="502" r:id="rId8"/>
    <p:sldId id="503" r:id="rId9"/>
    <p:sldId id="467" r:id="rId10"/>
    <p:sldId id="489" r:id="rId11"/>
    <p:sldId id="490" r:id="rId12"/>
    <p:sldId id="491" r:id="rId13"/>
    <p:sldId id="492" r:id="rId14"/>
    <p:sldId id="496" r:id="rId15"/>
    <p:sldId id="471" r:id="rId16"/>
    <p:sldId id="261" r:id="rId17"/>
    <p:sldId id="483" r:id="rId18"/>
    <p:sldId id="484" r:id="rId19"/>
    <p:sldId id="485" r:id="rId20"/>
    <p:sldId id="486" r:id="rId21"/>
    <p:sldId id="487" r:id="rId22"/>
    <p:sldId id="510" r:id="rId23"/>
    <p:sldId id="504" r:id="rId24"/>
    <p:sldId id="506" r:id="rId25"/>
    <p:sldId id="507" r:id="rId26"/>
    <p:sldId id="508" r:id="rId27"/>
    <p:sldId id="509" r:id="rId28"/>
    <p:sldId id="511" r:id="rId29"/>
    <p:sldId id="470" r:id="rId30"/>
    <p:sldId id="478" r:id="rId31"/>
    <p:sldId id="479" r:id="rId32"/>
    <p:sldId id="480" r:id="rId33"/>
    <p:sldId id="481" r:id="rId34"/>
    <p:sldId id="477" r:id="rId35"/>
    <p:sldId id="472" r:id="rId36"/>
    <p:sldId id="473" r:id="rId37"/>
    <p:sldId id="47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6EDD3"/>
    <a:srgbClr val="1D8B59"/>
    <a:srgbClr val="26B474"/>
    <a:srgbClr val="DBD4EC"/>
    <a:srgbClr val="BBAEDC"/>
    <a:srgbClr val="F7CDC4"/>
    <a:srgbClr val="C43E1C"/>
    <a:srgbClr val="3376CC"/>
    <a:srgbClr val="8DB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867" autoAdjust="0"/>
  </p:normalViewPr>
  <p:slideViewPr>
    <p:cSldViewPr snapToGrid="0">
      <p:cViewPr varScale="1">
        <p:scale>
          <a:sx n="90" d="100"/>
          <a:sy n="90" d="100"/>
        </p:scale>
        <p:origin x="1308" y="66"/>
      </p:cViewPr>
      <p:guideLst/>
    </p:cSldViewPr>
  </p:slideViewPr>
  <p:notesTextViewPr>
    <p:cViewPr>
      <p:scale>
        <a:sx n="1" d="1"/>
        <a:sy n="1" d="1"/>
      </p:scale>
      <p:origin x="0" y="0"/>
    </p:cViewPr>
  </p:notesTextViewPr>
  <p:sorterViewPr>
    <p:cViewPr>
      <p:scale>
        <a:sx n="100" d="100"/>
        <a:sy n="100" d="100"/>
      </p:scale>
      <p:origin x="0" y="-3570"/>
    </p:cViewPr>
  </p:sorter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CE53C6-75DF-4829-8379-A1631E5B3468}"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109EEF9-47BF-43AF-9089-09AC89BCAD4B}">
      <dgm:prSet custT="1"/>
      <dgm:spPr/>
      <dgm:t>
        <a:bodyPr/>
        <a:lstStyle/>
        <a:p>
          <a:pPr>
            <a:lnSpc>
              <a:spcPct val="100000"/>
            </a:lnSpc>
          </a:pPr>
          <a:r>
            <a:rPr lang="en-US" sz="2600" dirty="0">
              <a:solidFill>
                <a:schemeClr val="bg2">
                  <a:lumMod val="25000"/>
                </a:schemeClr>
              </a:solidFill>
            </a:rPr>
            <a:t>1. Information Literacy</a:t>
          </a:r>
        </a:p>
      </dgm:t>
    </dgm:pt>
    <dgm:pt modelId="{F73276E7-F694-488C-9550-79C304B6F246}" type="parTrans" cxnId="{F4CB971E-5445-4B84-88E2-DD110C6143EA}">
      <dgm:prSet/>
      <dgm:spPr/>
      <dgm:t>
        <a:bodyPr/>
        <a:lstStyle/>
        <a:p>
          <a:endParaRPr lang="en-US"/>
        </a:p>
      </dgm:t>
    </dgm:pt>
    <dgm:pt modelId="{4674E6C8-AB99-4B13-9732-57CA00D6FF88}" type="sibTrans" cxnId="{F4CB971E-5445-4B84-88E2-DD110C6143EA}">
      <dgm:prSet/>
      <dgm:spPr/>
      <dgm:t>
        <a:bodyPr/>
        <a:lstStyle/>
        <a:p>
          <a:pPr>
            <a:lnSpc>
              <a:spcPct val="100000"/>
            </a:lnSpc>
          </a:pPr>
          <a:endParaRPr lang="en-US"/>
        </a:p>
      </dgm:t>
    </dgm:pt>
    <dgm:pt modelId="{FFA6E9AD-8828-4707-89D5-6F4CBBF7B380}">
      <dgm:prSet custT="1"/>
      <dgm:spPr/>
      <dgm:t>
        <a:bodyPr/>
        <a:lstStyle/>
        <a:p>
          <a:pPr>
            <a:lnSpc>
              <a:spcPct val="100000"/>
            </a:lnSpc>
          </a:pPr>
          <a:r>
            <a:rPr lang="en-US" sz="2600" dirty="0">
              <a:solidFill>
                <a:schemeClr val="bg2">
                  <a:lumMod val="25000"/>
                </a:schemeClr>
              </a:solidFill>
            </a:rPr>
            <a:t>2. Data Literacy</a:t>
          </a:r>
        </a:p>
      </dgm:t>
    </dgm:pt>
    <dgm:pt modelId="{F7622DE6-1B63-417F-A782-978476F369E7}" type="parTrans" cxnId="{86DD52AC-58CE-4676-9820-06D131A66E80}">
      <dgm:prSet/>
      <dgm:spPr/>
      <dgm:t>
        <a:bodyPr/>
        <a:lstStyle/>
        <a:p>
          <a:endParaRPr lang="en-US"/>
        </a:p>
      </dgm:t>
    </dgm:pt>
    <dgm:pt modelId="{8D959FAD-37BB-4784-9120-4B529E7FAD4A}" type="sibTrans" cxnId="{86DD52AC-58CE-4676-9820-06D131A66E80}">
      <dgm:prSet/>
      <dgm:spPr/>
      <dgm:t>
        <a:bodyPr/>
        <a:lstStyle/>
        <a:p>
          <a:pPr>
            <a:lnSpc>
              <a:spcPct val="100000"/>
            </a:lnSpc>
          </a:pPr>
          <a:endParaRPr lang="en-US"/>
        </a:p>
      </dgm:t>
    </dgm:pt>
    <dgm:pt modelId="{4E487EF2-1386-4BB5-81EC-78838DD9FFF6}">
      <dgm:prSet custT="1"/>
      <dgm:spPr/>
      <dgm:t>
        <a:bodyPr/>
        <a:lstStyle/>
        <a:p>
          <a:pPr>
            <a:lnSpc>
              <a:spcPct val="100000"/>
            </a:lnSpc>
          </a:pPr>
          <a:r>
            <a:rPr lang="en-US" sz="2600" dirty="0">
              <a:solidFill>
                <a:schemeClr val="bg2">
                  <a:lumMod val="25000"/>
                </a:schemeClr>
              </a:solidFill>
            </a:rPr>
            <a:t>3. Web Literacy</a:t>
          </a:r>
        </a:p>
      </dgm:t>
    </dgm:pt>
    <dgm:pt modelId="{E228D367-A573-435A-91E3-0A010AAEC4D0}" type="parTrans" cxnId="{886674CE-9D05-4326-8B29-D70681D76AC3}">
      <dgm:prSet/>
      <dgm:spPr/>
      <dgm:t>
        <a:bodyPr/>
        <a:lstStyle/>
        <a:p>
          <a:endParaRPr lang="en-US"/>
        </a:p>
      </dgm:t>
    </dgm:pt>
    <dgm:pt modelId="{8C9EDDE7-A509-4755-9189-8661D461C3EF}" type="sibTrans" cxnId="{886674CE-9D05-4326-8B29-D70681D76AC3}">
      <dgm:prSet/>
      <dgm:spPr/>
      <dgm:t>
        <a:bodyPr/>
        <a:lstStyle/>
        <a:p>
          <a:pPr>
            <a:lnSpc>
              <a:spcPct val="100000"/>
            </a:lnSpc>
          </a:pPr>
          <a:endParaRPr lang="en-US"/>
        </a:p>
      </dgm:t>
    </dgm:pt>
    <dgm:pt modelId="{60CC8EB9-2C81-46DF-BDD9-1C800432FF8F}">
      <dgm:prSet custT="1"/>
      <dgm:spPr/>
      <dgm:t>
        <a:bodyPr/>
        <a:lstStyle/>
        <a:p>
          <a:pPr>
            <a:lnSpc>
              <a:spcPct val="100000"/>
            </a:lnSpc>
          </a:pPr>
          <a:r>
            <a:rPr lang="en-US" sz="2600" dirty="0">
              <a:solidFill>
                <a:schemeClr val="bg2">
                  <a:lumMod val="25000"/>
                </a:schemeClr>
              </a:solidFill>
            </a:rPr>
            <a:t>4. AI Literacy</a:t>
          </a:r>
        </a:p>
      </dgm:t>
    </dgm:pt>
    <dgm:pt modelId="{510E6E81-951D-45E1-B06B-BE40CE94CDBD}" type="parTrans" cxnId="{ED7DB887-1F21-4BD6-8E76-6A4D3137CDE5}">
      <dgm:prSet/>
      <dgm:spPr/>
      <dgm:t>
        <a:bodyPr/>
        <a:lstStyle/>
        <a:p>
          <a:endParaRPr lang="en-US"/>
        </a:p>
      </dgm:t>
    </dgm:pt>
    <dgm:pt modelId="{C83ECD72-352D-4F48-A201-F1ED98077173}" type="sibTrans" cxnId="{ED7DB887-1F21-4BD6-8E76-6A4D3137CDE5}">
      <dgm:prSet/>
      <dgm:spPr/>
      <dgm:t>
        <a:bodyPr/>
        <a:lstStyle/>
        <a:p>
          <a:pPr>
            <a:lnSpc>
              <a:spcPct val="100000"/>
            </a:lnSpc>
          </a:pPr>
          <a:endParaRPr lang="en-US"/>
        </a:p>
      </dgm:t>
    </dgm:pt>
    <dgm:pt modelId="{7606AD0A-41C5-4839-A9EF-E4E27EEEF6E1}">
      <dgm:prSet custT="1"/>
      <dgm:spPr/>
      <dgm:t>
        <a:bodyPr/>
        <a:lstStyle/>
        <a:p>
          <a:pPr>
            <a:lnSpc>
              <a:spcPct val="100000"/>
            </a:lnSpc>
          </a:pPr>
          <a:r>
            <a:rPr lang="en-US" sz="2600" dirty="0">
              <a:solidFill>
                <a:schemeClr val="bg2">
                  <a:lumMod val="25000"/>
                </a:schemeClr>
              </a:solidFill>
            </a:rPr>
            <a:t>5. Cybersecurity Literacy</a:t>
          </a:r>
        </a:p>
      </dgm:t>
    </dgm:pt>
    <dgm:pt modelId="{B870AB49-04B7-438F-949A-E6DFDF34D556}" type="parTrans" cxnId="{F6B379D1-479D-421A-A88B-375513184734}">
      <dgm:prSet/>
      <dgm:spPr/>
      <dgm:t>
        <a:bodyPr/>
        <a:lstStyle/>
        <a:p>
          <a:endParaRPr lang="en-US"/>
        </a:p>
      </dgm:t>
    </dgm:pt>
    <dgm:pt modelId="{825A3283-C78E-46BC-BDD6-D397D0C148B3}" type="sibTrans" cxnId="{F6B379D1-479D-421A-A88B-375513184734}">
      <dgm:prSet/>
      <dgm:spPr/>
      <dgm:t>
        <a:bodyPr/>
        <a:lstStyle/>
        <a:p>
          <a:pPr>
            <a:lnSpc>
              <a:spcPct val="100000"/>
            </a:lnSpc>
          </a:pPr>
          <a:endParaRPr lang="en-US"/>
        </a:p>
      </dgm:t>
    </dgm:pt>
    <dgm:pt modelId="{5290CFA5-FA76-4629-8445-9DD8C33EE9DD}">
      <dgm:prSet custT="1"/>
      <dgm:spPr/>
      <dgm:t>
        <a:bodyPr/>
        <a:lstStyle/>
        <a:p>
          <a:pPr>
            <a:lnSpc>
              <a:spcPct val="100000"/>
            </a:lnSpc>
          </a:pPr>
          <a:r>
            <a:rPr lang="en-US" sz="2600" dirty="0">
              <a:solidFill>
                <a:schemeClr val="bg2">
                  <a:lumMod val="25000"/>
                </a:schemeClr>
              </a:solidFill>
            </a:rPr>
            <a:t>6. Microsoft Office Skills</a:t>
          </a:r>
        </a:p>
      </dgm:t>
    </dgm:pt>
    <dgm:pt modelId="{314C375D-31E9-452F-AA1A-151DB2201975}" type="parTrans" cxnId="{5F40567F-E63D-4407-A403-B871C88286EC}">
      <dgm:prSet/>
      <dgm:spPr/>
      <dgm:t>
        <a:bodyPr/>
        <a:lstStyle/>
        <a:p>
          <a:endParaRPr lang="en-US"/>
        </a:p>
      </dgm:t>
    </dgm:pt>
    <dgm:pt modelId="{CC886DCE-9BE6-4BE9-A7E5-0F15069832AF}" type="sibTrans" cxnId="{5F40567F-E63D-4407-A403-B871C88286EC}">
      <dgm:prSet/>
      <dgm:spPr/>
      <dgm:t>
        <a:bodyPr/>
        <a:lstStyle/>
        <a:p>
          <a:endParaRPr lang="en-US"/>
        </a:p>
      </dgm:t>
    </dgm:pt>
    <dgm:pt modelId="{FB53C921-1183-43CE-8E3F-D47316FB156D}" type="pres">
      <dgm:prSet presAssocID="{A6CE53C6-75DF-4829-8379-A1631E5B3468}" presName="root" presStyleCnt="0">
        <dgm:presLayoutVars>
          <dgm:dir/>
          <dgm:resizeHandles val="exact"/>
        </dgm:presLayoutVars>
      </dgm:prSet>
      <dgm:spPr/>
    </dgm:pt>
    <dgm:pt modelId="{4C648F71-B025-499B-819C-AF74259E1940}" type="pres">
      <dgm:prSet presAssocID="{A6CE53C6-75DF-4829-8379-A1631E5B3468}" presName="container" presStyleCnt="0">
        <dgm:presLayoutVars>
          <dgm:dir/>
          <dgm:resizeHandles val="exact"/>
        </dgm:presLayoutVars>
      </dgm:prSet>
      <dgm:spPr/>
    </dgm:pt>
    <dgm:pt modelId="{C07A7FD2-1A89-4300-87EE-E3AE0C3E6C12}" type="pres">
      <dgm:prSet presAssocID="{B109EEF9-47BF-43AF-9089-09AC89BCAD4B}" presName="compNode" presStyleCnt="0"/>
      <dgm:spPr/>
    </dgm:pt>
    <dgm:pt modelId="{D1A5DED8-CD4F-4605-91E5-9EF80E81253E}" type="pres">
      <dgm:prSet presAssocID="{B109EEF9-47BF-43AF-9089-09AC89BCAD4B}" presName="iconBgRect" presStyleLbl="bgShp" presStyleIdx="0" presStyleCnt="6"/>
      <dgm:spPr/>
    </dgm:pt>
    <dgm:pt modelId="{D7D5CD0F-5525-4D7B-AA53-51D7BF8D36E2}" type="pres">
      <dgm:prSet presAssocID="{B109EEF9-47BF-43AF-9089-09AC89BCAD4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ooks"/>
        </a:ext>
      </dgm:extLst>
    </dgm:pt>
    <dgm:pt modelId="{7F24975C-213B-4978-ACEA-3216EEAE0FB2}" type="pres">
      <dgm:prSet presAssocID="{B109EEF9-47BF-43AF-9089-09AC89BCAD4B}" presName="spaceRect" presStyleCnt="0"/>
      <dgm:spPr/>
    </dgm:pt>
    <dgm:pt modelId="{12F07319-C444-4E3D-A6BB-A752E1F36785}" type="pres">
      <dgm:prSet presAssocID="{B109EEF9-47BF-43AF-9089-09AC89BCAD4B}" presName="textRect" presStyleLbl="revTx" presStyleIdx="0" presStyleCnt="6">
        <dgm:presLayoutVars>
          <dgm:chMax val="1"/>
          <dgm:chPref val="1"/>
        </dgm:presLayoutVars>
      </dgm:prSet>
      <dgm:spPr/>
    </dgm:pt>
    <dgm:pt modelId="{8EF1ABA6-CE16-4290-999D-0BECAC4DFF33}" type="pres">
      <dgm:prSet presAssocID="{4674E6C8-AB99-4B13-9732-57CA00D6FF88}" presName="sibTrans" presStyleLbl="sibTrans2D1" presStyleIdx="0" presStyleCnt="0"/>
      <dgm:spPr/>
    </dgm:pt>
    <dgm:pt modelId="{7726E25C-A646-45B0-A82E-8311E2A67554}" type="pres">
      <dgm:prSet presAssocID="{FFA6E9AD-8828-4707-89D5-6F4CBBF7B380}" presName="compNode" presStyleCnt="0"/>
      <dgm:spPr/>
    </dgm:pt>
    <dgm:pt modelId="{13D4C2F5-AE91-46CF-BBBE-AFABDA4FF0B4}" type="pres">
      <dgm:prSet presAssocID="{FFA6E9AD-8828-4707-89D5-6F4CBBF7B380}" presName="iconBgRect" presStyleLbl="bgShp" presStyleIdx="1" presStyleCnt="6"/>
      <dgm:spPr/>
    </dgm:pt>
    <dgm:pt modelId="{6BC43AC3-718D-4463-A298-30B1FDEEFCAB}" type="pres">
      <dgm:prSet presAssocID="{FFA6E9AD-8828-4707-89D5-6F4CBBF7B380}"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95A259D-9788-4C5D-9377-81A6AD619CCF}" type="pres">
      <dgm:prSet presAssocID="{FFA6E9AD-8828-4707-89D5-6F4CBBF7B380}" presName="spaceRect" presStyleCnt="0"/>
      <dgm:spPr/>
    </dgm:pt>
    <dgm:pt modelId="{A958B630-6709-4073-A818-653877C9CC2C}" type="pres">
      <dgm:prSet presAssocID="{FFA6E9AD-8828-4707-89D5-6F4CBBF7B380}" presName="textRect" presStyleLbl="revTx" presStyleIdx="1" presStyleCnt="6">
        <dgm:presLayoutVars>
          <dgm:chMax val="1"/>
          <dgm:chPref val="1"/>
        </dgm:presLayoutVars>
      </dgm:prSet>
      <dgm:spPr/>
    </dgm:pt>
    <dgm:pt modelId="{00F4AB64-F418-4D92-B6A0-54BAEF044FA7}" type="pres">
      <dgm:prSet presAssocID="{8D959FAD-37BB-4784-9120-4B529E7FAD4A}" presName="sibTrans" presStyleLbl="sibTrans2D1" presStyleIdx="0" presStyleCnt="0"/>
      <dgm:spPr/>
    </dgm:pt>
    <dgm:pt modelId="{A84458F1-B812-43D2-A885-FB70FC42794A}" type="pres">
      <dgm:prSet presAssocID="{4E487EF2-1386-4BB5-81EC-78838DD9FFF6}" presName="compNode" presStyleCnt="0"/>
      <dgm:spPr/>
    </dgm:pt>
    <dgm:pt modelId="{E034446B-B8AB-419B-8FF1-79F8786E6E0E}" type="pres">
      <dgm:prSet presAssocID="{4E487EF2-1386-4BB5-81EC-78838DD9FFF6}" presName="iconBgRect" presStyleLbl="bgShp" presStyleIdx="2" presStyleCnt="6"/>
      <dgm:spPr/>
    </dgm:pt>
    <dgm:pt modelId="{E724FFCD-AC62-4AEF-BDAA-EB56F35CA8F7}" type="pres">
      <dgm:prSet presAssocID="{4E487EF2-1386-4BB5-81EC-78838DD9FFF6}"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itor"/>
        </a:ext>
      </dgm:extLst>
    </dgm:pt>
    <dgm:pt modelId="{9340D8F6-0460-4211-996F-D6689D85B3B3}" type="pres">
      <dgm:prSet presAssocID="{4E487EF2-1386-4BB5-81EC-78838DD9FFF6}" presName="spaceRect" presStyleCnt="0"/>
      <dgm:spPr/>
    </dgm:pt>
    <dgm:pt modelId="{6A4D1CF7-0577-45F5-B544-62EDBD44949A}" type="pres">
      <dgm:prSet presAssocID="{4E487EF2-1386-4BB5-81EC-78838DD9FFF6}" presName="textRect" presStyleLbl="revTx" presStyleIdx="2" presStyleCnt="6">
        <dgm:presLayoutVars>
          <dgm:chMax val="1"/>
          <dgm:chPref val="1"/>
        </dgm:presLayoutVars>
      </dgm:prSet>
      <dgm:spPr/>
    </dgm:pt>
    <dgm:pt modelId="{32F1BCBC-1AD6-4E7C-AFC7-904FCC0CDB44}" type="pres">
      <dgm:prSet presAssocID="{8C9EDDE7-A509-4755-9189-8661D461C3EF}" presName="sibTrans" presStyleLbl="sibTrans2D1" presStyleIdx="0" presStyleCnt="0"/>
      <dgm:spPr/>
    </dgm:pt>
    <dgm:pt modelId="{9765778F-18CA-4987-8A92-FDA8F3C5FC74}" type="pres">
      <dgm:prSet presAssocID="{60CC8EB9-2C81-46DF-BDD9-1C800432FF8F}" presName="compNode" presStyleCnt="0"/>
      <dgm:spPr/>
    </dgm:pt>
    <dgm:pt modelId="{14349F37-D011-4E20-98C0-2E565E17B59E}" type="pres">
      <dgm:prSet presAssocID="{60CC8EB9-2C81-46DF-BDD9-1C800432FF8F}" presName="iconBgRect" presStyleLbl="bgShp" presStyleIdx="3" presStyleCnt="6"/>
      <dgm:spPr/>
    </dgm:pt>
    <dgm:pt modelId="{9B929CE9-2659-43DD-950E-18BF7497AACD}" type="pres">
      <dgm:prSet presAssocID="{60CC8EB9-2C81-46DF-BDD9-1C800432FF8F}"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2AED2D9-FF1B-4BBB-B2C3-768AF1D7B310}" type="pres">
      <dgm:prSet presAssocID="{60CC8EB9-2C81-46DF-BDD9-1C800432FF8F}" presName="spaceRect" presStyleCnt="0"/>
      <dgm:spPr/>
    </dgm:pt>
    <dgm:pt modelId="{FBE0AEC1-DD26-40ED-A824-0CF4F23F4E23}" type="pres">
      <dgm:prSet presAssocID="{60CC8EB9-2C81-46DF-BDD9-1C800432FF8F}" presName="textRect" presStyleLbl="revTx" presStyleIdx="3" presStyleCnt="6">
        <dgm:presLayoutVars>
          <dgm:chMax val="1"/>
          <dgm:chPref val="1"/>
        </dgm:presLayoutVars>
      </dgm:prSet>
      <dgm:spPr/>
    </dgm:pt>
    <dgm:pt modelId="{E5EF47AA-C90F-43C5-8CC2-4180DFC7E681}" type="pres">
      <dgm:prSet presAssocID="{C83ECD72-352D-4F48-A201-F1ED98077173}" presName="sibTrans" presStyleLbl="sibTrans2D1" presStyleIdx="0" presStyleCnt="0"/>
      <dgm:spPr/>
    </dgm:pt>
    <dgm:pt modelId="{8A4108C1-50A5-465F-B97E-811875386EEC}" type="pres">
      <dgm:prSet presAssocID="{7606AD0A-41C5-4839-A9EF-E4E27EEEF6E1}" presName="compNode" presStyleCnt="0"/>
      <dgm:spPr/>
    </dgm:pt>
    <dgm:pt modelId="{226812BE-4BB1-46FC-AE98-04DB2FF0206B}" type="pres">
      <dgm:prSet presAssocID="{7606AD0A-41C5-4839-A9EF-E4E27EEEF6E1}" presName="iconBgRect" presStyleLbl="bgShp" presStyleIdx="4" presStyleCnt="6"/>
      <dgm:spPr/>
    </dgm:pt>
    <dgm:pt modelId="{A13AE45E-FBB5-430A-8A82-190024183EE0}" type="pres">
      <dgm:prSet presAssocID="{7606AD0A-41C5-4839-A9EF-E4E27EEEF6E1}"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omputer"/>
        </a:ext>
      </dgm:extLst>
    </dgm:pt>
    <dgm:pt modelId="{083174B5-2821-4BF0-90BC-F5EBC437B9A8}" type="pres">
      <dgm:prSet presAssocID="{7606AD0A-41C5-4839-A9EF-E4E27EEEF6E1}" presName="spaceRect" presStyleCnt="0"/>
      <dgm:spPr/>
    </dgm:pt>
    <dgm:pt modelId="{98921798-9827-4227-AAAC-54F8A75D0A5D}" type="pres">
      <dgm:prSet presAssocID="{7606AD0A-41C5-4839-A9EF-E4E27EEEF6E1}" presName="textRect" presStyleLbl="revTx" presStyleIdx="4" presStyleCnt="6">
        <dgm:presLayoutVars>
          <dgm:chMax val="1"/>
          <dgm:chPref val="1"/>
        </dgm:presLayoutVars>
      </dgm:prSet>
      <dgm:spPr/>
    </dgm:pt>
    <dgm:pt modelId="{C5E94B7C-FC38-4D3A-A2DA-41BFDC5966EA}" type="pres">
      <dgm:prSet presAssocID="{825A3283-C78E-46BC-BDD6-D397D0C148B3}" presName="sibTrans" presStyleLbl="sibTrans2D1" presStyleIdx="0" presStyleCnt="0"/>
      <dgm:spPr/>
    </dgm:pt>
    <dgm:pt modelId="{74DB3C77-2B56-4C4E-874B-C3B7DB9E298F}" type="pres">
      <dgm:prSet presAssocID="{5290CFA5-FA76-4629-8445-9DD8C33EE9DD}" presName="compNode" presStyleCnt="0"/>
      <dgm:spPr/>
    </dgm:pt>
    <dgm:pt modelId="{44B673C6-BD8B-454E-9140-A40C9DCCE4CC}" type="pres">
      <dgm:prSet presAssocID="{5290CFA5-FA76-4629-8445-9DD8C33EE9DD}" presName="iconBgRect" presStyleLbl="bgShp" presStyleIdx="5" presStyleCnt="6"/>
      <dgm:spPr/>
    </dgm:pt>
    <dgm:pt modelId="{531C5B67-CFBC-4B1A-81DA-5539F096BFAD}" type="pres">
      <dgm:prSet presAssocID="{5290CFA5-FA76-4629-8445-9DD8C33EE9DD}"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cher"/>
        </a:ext>
      </dgm:extLst>
    </dgm:pt>
    <dgm:pt modelId="{E8F01B28-28DF-4E8D-B5BC-AB44013F13AC}" type="pres">
      <dgm:prSet presAssocID="{5290CFA5-FA76-4629-8445-9DD8C33EE9DD}" presName="spaceRect" presStyleCnt="0"/>
      <dgm:spPr/>
    </dgm:pt>
    <dgm:pt modelId="{5958BFD2-EF9E-4B9A-BE78-F8C565920A5B}" type="pres">
      <dgm:prSet presAssocID="{5290CFA5-FA76-4629-8445-9DD8C33EE9DD}" presName="textRect" presStyleLbl="revTx" presStyleIdx="5" presStyleCnt="6">
        <dgm:presLayoutVars>
          <dgm:chMax val="1"/>
          <dgm:chPref val="1"/>
        </dgm:presLayoutVars>
      </dgm:prSet>
      <dgm:spPr/>
    </dgm:pt>
  </dgm:ptLst>
  <dgm:cxnLst>
    <dgm:cxn modelId="{73AE4A00-EDA7-4A6D-B7CB-E25EAD655B2B}" type="presOf" srcId="{5290CFA5-FA76-4629-8445-9DD8C33EE9DD}" destId="{5958BFD2-EF9E-4B9A-BE78-F8C565920A5B}" srcOrd="0" destOrd="0" presId="urn:microsoft.com/office/officeart/2018/2/layout/IconCircleList"/>
    <dgm:cxn modelId="{70DCE11B-F329-49F6-98D9-94C38F60C198}" type="presOf" srcId="{B109EEF9-47BF-43AF-9089-09AC89BCAD4B}" destId="{12F07319-C444-4E3D-A6BB-A752E1F36785}" srcOrd="0" destOrd="0" presId="urn:microsoft.com/office/officeart/2018/2/layout/IconCircleList"/>
    <dgm:cxn modelId="{F4CB971E-5445-4B84-88E2-DD110C6143EA}" srcId="{A6CE53C6-75DF-4829-8379-A1631E5B3468}" destId="{B109EEF9-47BF-43AF-9089-09AC89BCAD4B}" srcOrd="0" destOrd="0" parTransId="{F73276E7-F694-488C-9550-79C304B6F246}" sibTransId="{4674E6C8-AB99-4B13-9732-57CA00D6FF88}"/>
    <dgm:cxn modelId="{ACD8A95B-BBC8-4BAC-A4A1-F50A4E14E467}" type="presOf" srcId="{4E487EF2-1386-4BB5-81EC-78838DD9FFF6}" destId="{6A4D1CF7-0577-45F5-B544-62EDBD44949A}" srcOrd="0" destOrd="0" presId="urn:microsoft.com/office/officeart/2018/2/layout/IconCircleList"/>
    <dgm:cxn modelId="{CAE9B96C-42C1-407F-ACE6-F18435EE6F2A}" type="presOf" srcId="{FFA6E9AD-8828-4707-89D5-6F4CBBF7B380}" destId="{A958B630-6709-4073-A818-653877C9CC2C}" srcOrd="0" destOrd="0" presId="urn:microsoft.com/office/officeart/2018/2/layout/IconCircleList"/>
    <dgm:cxn modelId="{C626644D-415D-4DD8-93F2-2CB51AD921FC}" type="presOf" srcId="{A6CE53C6-75DF-4829-8379-A1631E5B3468}" destId="{FB53C921-1183-43CE-8E3F-D47316FB156D}" srcOrd="0" destOrd="0" presId="urn:microsoft.com/office/officeart/2018/2/layout/IconCircleList"/>
    <dgm:cxn modelId="{5F40567F-E63D-4407-A403-B871C88286EC}" srcId="{A6CE53C6-75DF-4829-8379-A1631E5B3468}" destId="{5290CFA5-FA76-4629-8445-9DD8C33EE9DD}" srcOrd="5" destOrd="0" parTransId="{314C375D-31E9-452F-AA1A-151DB2201975}" sibTransId="{CC886DCE-9BE6-4BE9-A7E5-0F15069832AF}"/>
    <dgm:cxn modelId="{ED7DB887-1F21-4BD6-8E76-6A4D3137CDE5}" srcId="{A6CE53C6-75DF-4829-8379-A1631E5B3468}" destId="{60CC8EB9-2C81-46DF-BDD9-1C800432FF8F}" srcOrd="3" destOrd="0" parTransId="{510E6E81-951D-45E1-B06B-BE40CE94CDBD}" sibTransId="{C83ECD72-352D-4F48-A201-F1ED98077173}"/>
    <dgm:cxn modelId="{A4CB81AA-BDF7-4B1E-B8A4-C9C1D739F623}" type="presOf" srcId="{8C9EDDE7-A509-4755-9189-8661D461C3EF}" destId="{32F1BCBC-1AD6-4E7C-AFC7-904FCC0CDB44}" srcOrd="0" destOrd="0" presId="urn:microsoft.com/office/officeart/2018/2/layout/IconCircleList"/>
    <dgm:cxn modelId="{86DD52AC-58CE-4676-9820-06D131A66E80}" srcId="{A6CE53C6-75DF-4829-8379-A1631E5B3468}" destId="{FFA6E9AD-8828-4707-89D5-6F4CBBF7B380}" srcOrd="1" destOrd="0" parTransId="{F7622DE6-1B63-417F-A782-978476F369E7}" sibTransId="{8D959FAD-37BB-4784-9120-4B529E7FAD4A}"/>
    <dgm:cxn modelId="{A4A9B6B3-8776-451B-A2C8-95FCC18602BF}" type="presOf" srcId="{60CC8EB9-2C81-46DF-BDD9-1C800432FF8F}" destId="{FBE0AEC1-DD26-40ED-A824-0CF4F23F4E23}" srcOrd="0" destOrd="0" presId="urn:microsoft.com/office/officeart/2018/2/layout/IconCircleList"/>
    <dgm:cxn modelId="{AFA931B6-4C95-4073-B4EE-A2C17D5F8178}" type="presOf" srcId="{4674E6C8-AB99-4B13-9732-57CA00D6FF88}" destId="{8EF1ABA6-CE16-4290-999D-0BECAC4DFF33}" srcOrd="0" destOrd="0" presId="urn:microsoft.com/office/officeart/2018/2/layout/IconCircleList"/>
    <dgm:cxn modelId="{E8EC87CD-133E-4FAF-B821-D126A92AC8F5}" type="presOf" srcId="{7606AD0A-41C5-4839-A9EF-E4E27EEEF6E1}" destId="{98921798-9827-4227-AAAC-54F8A75D0A5D}" srcOrd="0" destOrd="0" presId="urn:microsoft.com/office/officeart/2018/2/layout/IconCircleList"/>
    <dgm:cxn modelId="{886674CE-9D05-4326-8B29-D70681D76AC3}" srcId="{A6CE53C6-75DF-4829-8379-A1631E5B3468}" destId="{4E487EF2-1386-4BB5-81EC-78838DD9FFF6}" srcOrd="2" destOrd="0" parTransId="{E228D367-A573-435A-91E3-0A010AAEC4D0}" sibTransId="{8C9EDDE7-A509-4755-9189-8661D461C3EF}"/>
    <dgm:cxn modelId="{F6B379D1-479D-421A-A88B-375513184734}" srcId="{A6CE53C6-75DF-4829-8379-A1631E5B3468}" destId="{7606AD0A-41C5-4839-A9EF-E4E27EEEF6E1}" srcOrd="4" destOrd="0" parTransId="{B870AB49-04B7-438F-949A-E6DFDF34D556}" sibTransId="{825A3283-C78E-46BC-BDD6-D397D0C148B3}"/>
    <dgm:cxn modelId="{10BE42D6-C25D-41CA-A36E-07A3D4168646}" type="presOf" srcId="{825A3283-C78E-46BC-BDD6-D397D0C148B3}" destId="{C5E94B7C-FC38-4D3A-A2DA-41BFDC5966EA}" srcOrd="0" destOrd="0" presId="urn:microsoft.com/office/officeart/2018/2/layout/IconCircleList"/>
    <dgm:cxn modelId="{0C15F4E6-510B-47E7-8F91-10BCB99702B6}" type="presOf" srcId="{C83ECD72-352D-4F48-A201-F1ED98077173}" destId="{E5EF47AA-C90F-43C5-8CC2-4180DFC7E681}" srcOrd="0" destOrd="0" presId="urn:microsoft.com/office/officeart/2018/2/layout/IconCircleList"/>
    <dgm:cxn modelId="{B9B748E7-7815-49F5-9B11-5BC101D5E9A5}" type="presOf" srcId="{8D959FAD-37BB-4784-9120-4B529E7FAD4A}" destId="{00F4AB64-F418-4D92-B6A0-54BAEF044FA7}" srcOrd="0" destOrd="0" presId="urn:microsoft.com/office/officeart/2018/2/layout/IconCircleList"/>
    <dgm:cxn modelId="{EC6A6309-D3F2-4C7D-8ACA-87BCA1D32E0A}" type="presParOf" srcId="{FB53C921-1183-43CE-8E3F-D47316FB156D}" destId="{4C648F71-B025-499B-819C-AF74259E1940}" srcOrd="0" destOrd="0" presId="urn:microsoft.com/office/officeart/2018/2/layout/IconCircleList"/>
    <dgm:cxn modelId="{364ECA40-E345-4889-9547-224D14AA7CBD}" type="presParOf" srcId="{4C648F71-B025-499B-819C-AF74259E1940}" destId="{C07A7FD2-1A89-4300-87EE-E3AE0C3E6C12}" srcOrd="0" destOrd="0" presId="urn:microsoft.com/office/officeart/2018/2/layout/IconCircleList"/>
    <dgm:cxn modelId="{D8B37A13-DF59-4D17-9590-2651DB4372E6}" type="presParOf" srcId="{C07A7FD2-1A89-4300-87EE-E3AE0C3E6C12}" destId="{D1A5DED8-CD4F-4605-91E5-9EF80E81253E}" srcOrd="0" destOrd="0" presId="urn:microsoft.com/office/officeart/2018/2/layout/IconCircleList"/>
    <dgm:cxn modelId="{58968C96-DA31-4802-B731-B576C4405142}" type="presParOf" srcId="{C07A7FD2-1A89-4300-87EE-E3AE0C3E6C12}" destId="{D7D5CD0F-5525-4D7B-AA53-51D7BF8D36E2}" srcOrd="1" destOrd="0" presId="urn:microsoft.com/office/officeart/2018/2/layout/IconCircleList"/>
    <dgm:cxn modelId="{6D9F1418-E312-4357-9C13-837C51513D22}" type="presParOf" srcId="{C07A7FD2-1A89-4300-87EE-E3AE0C3E6C12}" destId="{7F24975C-213B-4978-ACEA-3216EEAE0FB2}" srcOrd="2" destOrd="0" presId="urn:microsoft.com/office/officeart/2018/2/layout/IconCircleList"/>
    <dgm:cxn modelId="{31944796-9F98-439A-BBF3-6DBC70FCA377}" type="presParOf" srcId="{C07A7FD2-1A89-4300-87EE-E3AE0C3E6C12}" destId="{12F07319-C444-4E3D-A6BB-A752E1F36785}" srcOrd="3" destOrd="0" presId="urn:microsoft.com/office/officeart/2018/2/layout/IconCircleList"/>
    <dgm:cxn modelId="{2867FA0D-12C2-4B6D-BBD0-EE887E4BA8E9}" type="presParOf" srcId="{4C648F71-B025-499B-819C-AF74259E1940}" destId="{8EF1ABA6-CE16-4290-999D-0BECAC4DFF33}" srcOrd="1" destOrd="0" presId="urn:microsoft.com/office/officeart/2018/2/layout/IconCircleList"/>
    <dgm:cxn modelId="{BE2D2E90-6351-4DC2-BAE4-66308B3805D4}" type="presParOf" srcId="{4C648F71-B025-499B-819C-AF74259E1940}" destId="{7726E25C-A646-45B0-A82E-8311E2A67554}" srcOrd="2" destOrd="0" presId="urn:microsoft.com/office/officeart/2018/2/layout/IconCircleList"/>
    <dgm:cxn modelId="{A5630060-5C87-4417-9F09-CC6B3E46E06E}" type="presParOf" srcId="{7726E25C-A646-45B0-A82E-8311E2A67554}" destId="{13D4C2F5-AE91-46CF-BBBE-AFABDA4FF0B4}" srcOrd="0" destOrd="0" presId="urn:microsoft.com/office/officeart/2018/2/layout/IconCircleList"/>
    <dgm:cxn modelId="{076B51A9-D231-4210-A503-649892421F2D}" type="presParOf" srcId="{7726E25C-A646-45B0-A82E-8311E2A67554}" destId="{6BC43AC3-718D-4463-A298-30B1FDEEFCAB}" srcOrd="1" destOrd="0" presId="urn:microsoft.com/office/officeart/2018/2/layout/IconCircleList"/>
    <dgm:cxn modelId="{576B5429-AE38-4D4E-A122-E00BE25BB5FE}" type="presParOf" srcId="{7726E25C-A646-45B0-A82E-8311E2A67554}" destId="{F95A259D-9788-4C5D-9377-81A6AD619CCF}" srcOrd="2" destOrd="0" presId="urn:microsoft.com/office/officeart/2018/2/layout/IconCircleList"/>
    <dgm:cxn modelId="{8DE1E132-A120-476B-8E50-44AE1D66AA9A}" type="presParOf" srcId="{7726E25C-A646-45B0-A82E-8311E2A67554}" destId="{A958B630-6709-4073-A818-653877C9CC2C}" srcOrd="3" destOrd="0" presId="urn:microsoft.com/office/officeart/2018/2/layout/IconCircleList"/>
    <dgm:cxn modelId="{C12BE55D-BE5C-4020-B70A-35E400CE4E03}" type="presParOf" srcId="{4C648F71-B025-499B-819C-AF74259E1940}" destId="{00F4AB64-F418-4D92-B6A0-54BAEF044FA7}" srcOrd="3" destOrd="0" presId="urn:microsoft.com/office/officeart/2018/2/layout/IconCircleList"/>
    <dgm:cxn modelId="{41FDFAA6-EECC-45D7-B794-62B04AF1E461}" type="presParOf" srcId="{4C648F71-B025-499B-819C-AF74259E1940}" destId="{A84458F1-B812-43D2-A885-FB70FC42794A}" srcOrd="4" destOrd="0" presId="urn:microsoft.com/office/officeart/2018/2/layout/IconCircleList"/>
    <dgm:cxn modelId="{7DB16508-C0C0-44BC-A239-2B0230F234DE}" type="presParOf" srcId="{A84458F1-B812-43D2-A885-FB70FC42794A}" destId="{E034446B-B8AB-419B-8FF1-79F8786E6E0E}" srcOrd="0" destOrd="0" presId="urn:microsoft.com/office/officeart/2018/2/layout/IconCircleList"/>
    <dgm:cxn modelId="{7EE1D410-DE13-4BF1-8D68-E5A603651643}" type="presParOf" srcId="{A84458F1-B812-43D2-A885-FB70FC42794A}" destId="{E724FFCD-AC62-4AEF-BDAA-EB56F35CA8F7}" srcOrd="1" destOrd="0" presId="urn:microsoft.com/office/officeart/2018/2/layout/IconCircleList"/>
    <dgm:cxn modelId="{463E9968-86EE-4229-A64A-467F69BB5132}" type="presParOf" srcId="{A84458F1-B812-43D2-A885-FB70FC42794A}" destId="{9340D8F6-0460-4211-996F-D6689D85B3B3}" srcOrd="2" destOrd="0" presId="urn:microsoft.com/office/officeart/2018/2/layout/IconCircleList"/>
    <dgm:cxn modelId="{8E962233-8C49-4D57-8BFE-82026E01D658}" type="presParOf" srcId="{A84458F1-B812-43D2-A885-FB70FC42794A}" destId="{6A4D1CF7-0577-45F5-B544-62EDBD44949A}" srcOrd="3" destOrd="0" presId="urn:microsoft.com/office/officeart/2018/2/layout/IconCircleList"/>
    <dgm:cxn modelId="{6F6897E8-5425-46D9-9673-DCACC0E96A34}" type="presParOf" srcId="{4C648F71-B025-499B-819C-AF74259E1940}" destId="{32F1BCBC-1AD6-4E7C-AFC7-904FCC0CDB44}" srcOrd="5" destOrd="0" presId="urn:microsoft.com/office/officeart/2018/2/layout/IconCircleList"/>
    <dgm:cxn modelId="{7AE46D60-B62A-4772-99A8-4197B33F14D3}" type="presParOf" srcId="{4C648F71-B025-499B-819C-AF74259E1940}" destId="{9765778F-18CA-4987-8A92-FDA8F3C5FC74}" srcOrd="6" destOrd="0" presId="urn:microsoft.com/office/officeart/2018/2/layout/IconCircleList"/>
    <dgm:cxn modelId="{E3238489-99D7-486F-B760-3F837ED731CF}" type="presParOf" srcId="{9765778F-18CA-4987-8A92-FDA8F3C5FC74}" destId="{14349F37-D011-4E20-98C0-2E565E17B59E}" srcOrd="0" destOrd="0" presId="urn:microsoft.com/office/officeart/2018/2/layout/IconCircleList"/>
    <dgm:cxn modelId="{809346A8-2BE0-4387-B50A-BD4621B8BE40}" type="presParOf" srcId="{9765778F-18CA-4987-8A92-FDA8F3C5FC74}" destId="{9B929CE9-2659-43DD-950E-18BF7497AACD}" srcOrd="1" destOrd="0" presId="urn:microsoft.com/office/officeart/2018/2/layout/IconCircleList"/>
    <dgm:cxn modelId="{8EB33152-1404-4E11-A3E7-BFDB89B7025F}" type="presParOf" srcId="{9765778F-18CA-4987-8A92-FDA8F3C5FC74}" destId="{02AED2D9-FF1B-4BBB-B2C3-768AF1D7B310}" srcOrd="2" destOrd="0" presId="urn:microsoft.com/office/officeart/2018/2/layout/IconCircleList"/>
    <dgm:cxn modelId="{FA1FF25F-90A7-4DBA-898D-540F87D15A8A}" type="presParOf" srcId="{9765778F-18CA-4987-8A92-FDA8F3C5FC74}" destId="{FBE0AEC1-DD26-40ED-A824-0CF4F23F4E23}" srcOrd="3" destOrd="0" presId="urn:microsoft.com/office/officeart/2018/2/layout/IconCircleList"/>
    <dgm:cxn modelId="{0C8A4E52-FC09-4008-87F7-5981E1EE86FE}" type="presParOf" srcId="{4C648F71-B025-499B-819C-AF74259E1940}" destId="{E5EF47AA-C90F-43C5-8CC2-4180DFC7E681}" srcOrd="7" destOrd="0" presId="urn:microsoft.com/office/officeart/2018/2/layout/IconCircleList"/>
    <dgm:cxn modelId="{EA39F714-30B7-452C-A84E-72E6B1CCFE3A}" type="presParOf" srcId="{4C648F71-B025-499B-819C-AF74259E1940}" destId="{8A4108C1-50A5-465F-B97E-811875386EEC}" srcOrd="8" destOrd="0" presId="urn:microsoft.com/office/officeart/2018/2/layout/IconCircleList"/>
    <dgm:cxn modelId="{BF59BCCF-6F02-4E3D-A9EE-B1460FA769C4}" type="presParOf" srcId="{8A4108C1-50A5-465F-B97E-811875386EEC}" destId="{226812BE-4BB1-46FC-AE98-04DB2FF0206B}" srcOrd="0" destOrd="0" presId="urn:microsoft.com/office/officeart/2018/2/layout/IconCircleList"/>
    <dgm:cxn modelId="{6B30F2F1-7FBD-40E5-BEE4-3C89E84580CF}" type="presParOf" srcId="{8A4108C1-50A5-465F-B97E-811875386EEC}" destId="{A13AE45E-FBB5-430A-8A82-190024183EE0}" srcOrd="1" destOrd="0" presId="urn:microsoft.com/office/officeart/2018/2/layout/IconCircleList"/>
    <dgm:cxn modelId="{26F5A090-41C1-406D-9BE3-E549335942AD}" type="presParOf" srcId="{8A4108C1-50A5-465F-B97E-811875386EEC}" destId="{083174B5-2821-4BF0-90BC-F5EBC437B9A8}" srcOrd="2" destOrd="0" presId="urn:microsoft.com/office/officeart/2018/2/layout/IconCircleList"/>
    <dgm:cxn modelId="{8CB58C8E-FCDB-415A-91AD-85B79299312E}" type="presParOf" srcId="{8A4108C1-50A5-465F-B97E-811875386EEC}" destId="{98921798-9827-4227-AAAC-54F8A75D0A5D}" srcOrd="3" destOrd="0" presId="urn:microsoft.com/office/officeart/2018/2/layout/IconCircleList"/>
    <dgm:cxn modelId="{625C1F44-1917-417C-92DC-A366160F1B50}" type="presParOf" srcId="{4C648F71-B025-499B-819C-AF74259E1940}" destId="{C5E94B7C-FC38-4D3A-A2DA-41BFDC5966EA}" srcOrd="9" destOrd="0" presId="urn:microsoft.com/office/officeart/2018/2/layout/IconCircleList"/>
    <dgm:cxn modelId="{A767A32A-5635-43D6-8F4C-C4B845F56A57}" type="presParOf" srcId="{4C648F71-B025-499B-819C-AF74259E1940}" destId="{74DB3C77-2B56-4C4E-874B-C3B7DB9E298F}" srcOrd="10" destOrd="0" presId="urn:microsoft.com/office/officeart/2018/2/layout/IconCircleList"/>
    <dgm:cxn modelId="{81CA3F70-8508-487C-80CF-DECCC4C4CC30}" type="presParOf" srcId="{74DB3C77-2B56-4C4E-874B-C3B7DB9E298F}" destId="{44B673C6-BD8B-454E-9140-A40C9DCCE4CC}" srcOrd="0" destOrd="0" presId="urn:microsoft.com/office/officeart/2018/2/layout/IconCircleList"/>
    <dgm:cxn modelId="{FD5299BC-ED70-4CED-A56E-777335D078E7}" type="presParOf" srcId="{74DB3C77-2B56-4C4E-874B-C3B7DB9E298F}" destId="{531C5B67-CFBC-4B1A-81DA-5539F096BFAD}" srcOrd="1" destOrd="0" presId="urn:microsoft.com/office/officeart/2018/2/layout/IconCircleList"/>
    <dgm:cxn modelId="{3AB812CF-CBF6-4405-83E3-F7BEB984E593}" type="presParOf" srcId="{74DB3C77-2B56-4C4E-874B-C3B7DB9E298F}" destId="{E8F01B28-28DF-4E8D-B5BC-AB44013F13AC}" srcOrd="2" destOrd="0" presId="urn:microsoft.com/office/officeart/2018/2/layout/IconCircleList"/>
    <dgm:cxn modelId="{C3EFD685-E25E-47BF-B75F-139587C9CD92}" type="presParOf" srcId="{74DB3C77-2B56-4C4E-874B-C3B7DB9E298F}" destId="{5958BFD2-EF9E-4B9A-BE78-F8C565920A5B}"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3C004E-C23B-48BB-83FC-D1E2A93F9D2C}" type="doc">
      <dgm:prSet loTypeId="urn:microsoft.com/office/officeart/2005/8/layout/chevron1" loCatId="process" qsTypeId="urn:microsoft.com/office/officeart/2005/8/quickstyle/simple1" qsCatId="simple" csTypeId="urn:microsoft.com/office/officeart/2005/8/colors/colorful2" csCatId="colorful" phldr="1"/>
      <dgm:spPr/>
      <dgm:t>
        <a:bodyPr/>
        <a:lstStyle/>
        <a:p>
          <a:endParaRPr lang="en-US"/>
        </a:p>
      </dgm:t>
    </dgm:pt>
    <dgm:pt modelId="{4CF4E0A2-1A32-4ED2-8EE8-3AA0DBF30C10}">
      <dgm:prSet phldrT="[Text]" phldr="0"/>
      <dgm:spPr>
        <a:solidFill>
          <a:schemeClr val="accent2">
            <a:lumMod val="20000"/>
            <a:lumOff val="80000"/>
          </a:schemeClr>
        </a:solidFill>
      </dgm:spPr>
      <dgm:t>
        <a:bodyPr vert="horz"/>
        <a:lstStyle/>
        <a:p>
          <a:r>
            <a:rPr lang="en-US" b="1" dirty="0">
              <a:solidFill>
                <a:schemeClr val="tx2">
                  <a:lumMod val="75000"/>
                </a:schemeClr>
              </a:solidFill>
            </a:rPr>
            <a:t>💪🏻 Strengths</a:t>
          </a:r>
        </a:p>
      </dgm:t>
    </dgm:pt>
    <dgm:pt modelId="{8C04E2AE-CAB1-495B-8956-E2C16F4F7891}" type="parTrans" cxnId="{B2D70788-47C8-4DB3-9B1A-96345CBEAAE6}">
      <dgm:prSet/>
      <dgm:spPr/>
      <dgm:t>
        <a:bodyPr/>
        <a:lstStyle/>
        <a:p>
          <a:endParaRPr lang="en-US"/>
        </a:p>
      </dgm:t>
    </dgm:pt>
    <dgm:pt modelId="{EA4CFDE2-B549-43F3-BF08-DEE95FF40411}" type="sibTrans" cxnId="{B2D70788-47C8-4DB3-9B1A-96345CBEAAE6}">
      <dgm:prSet/>
      <dgm:spPr/>
      <dgm:t>
        <a:bodyPr/>
        <a:lstStyle/>
        <a:p>
          <a:endParaRPr lang="en-US"/>
        </a:p>
      </dgm:t>
    </dgm:pt>
    <dgm:pt modelId="{B89AC323-37BF-41E7-8C85-94A315F3F24D}">
      <dgm:prSet phldrT="[Text]"/>
      <dgm:spPr/>
      <dgm:t>
        <a:bodyPr/>
        <a:lstStyle/>
        <a:p>
          <a:pPr>
            <a:buNone/>
          </a:pPr>
          <a:r>
            <a:rPr lang="en-US" b="0" i="0" dirty="0">
              <a:solidFill>
                <a:schemeClr val="tx2">
                  <a:lumMod val="50000"/>
                </a:schemeClr>
              </a:solidFill>
            </a:rPr>
            <a:t>Chocolate cotton candy </a:t>
          </a:r>
          <a:r>
            <a:rPr lang="en-US" b="0" i="0" dirty="0" err="1">
              <a:solidFill>
                <a:schemeClr val="tx2">
                  <a:lumMod val="50000"/>
                </a:schemeClr>
              </a:solidFill>
            </a:rPr>
            <a:t>danish</a:t>
          </a:r>
          <a:r>
            <a:rPr lang="en-US" b="0" i="0" dirty="0">
              <a:solidFill>
                <a:schemeClr val="tx2">
                  <a:lumMod val="50000"/>
                </a:schemeClr>
              </a:solidFill>
            </a:rPr>
            <a:t> cotton candy soufflé cake ice cream muffin. Sugar plum gummi bears marshmallow jelly beans powder lollipop bonbon. Jelly beans toffee soufflé </a:t>
          </a:r>
          <a:r>
            <a:rPr lang="en-US" b="0" i="0" dirty="0" err="1">
              <a:solidFill>
                <a:schemeClr val="tx2">
                  <a:lumMod val="50000"/>
                </a:schemeClr>
              </a:solidFill>
            </a:rPr>
            <a:t>soufflé</a:t>
          </a:r>
          <a:r>
            <a:rPr lang="en-US" b="0" i="0" dirty="0">
              <a:solidFill>
                <a:schemeClr val="tx2">
                  <a:lumMod val="50000"/>
                </a:schemeClr>
              </a:solidFill>
            </a:rPr>
            <a:t> candy wafer toffee.</a:t>
          </a:r>
          <a:endParaRPr lang="en-US" dirty="0">
            <a:solidFill>
              <a:schemeClr val="tx2">
                <a:lumMod val="50000"/>
              </a:schemeClr>
            </a:solidFill>
          </a:endParaRPr>
        </a:p>
      </dgm:t>
    </dgm:pt>
    <dgm:pt modelId="{2EEB8DC3-8CFA-471C-9156-76A90753DC47}" type="parTrans" cxnId="{5530DAEE-EE3E-4791-853E-3B369B05B2F1}">
      <dgm:prSet/>
      <dgm:spPr/>
      <dgm:t>
        <a:bodyPr/>
        <a:lstStyle/>
        <a:p>
          <a:endParaRPr lang="en-US"/>
        </a:p>
      </dgm:t>
    </dgm:pt>
    <dgm:pt modelId="{4AED12A9-9AB5-4408-8ADF-2AD4CB8844B4}" type="sibTrans" cxnId="{5530DAEE-EE3E-4791-853E-3B369B05B2F1}">
      <dgm:prSet/>
      <dgm:spPr/>
      <dgm:t>
        <a:bodyPr/>
        <a:lstStyle/>
        <a:p>
          <a:endParaRPr lang="en-US"/>
        </a:p>
      </dgm:t>
    </dgm:pt>
    <dgm:pt modelId="{1CD9AB9A-9DAC-4D0C-ACC5-0F3472C4C8C4}">
      <dgm:prSet phldrT="[Text]" phldr="0"/>
      <dgm:spPr>
        <a:solidFill>
          <a:srgbClr val="DBD4EC"/>
        </a:solidFill>
      </dgm:spPr>
      <dgm:t>
        <a:bodyPr/>
        <a:lstStyle/>
        <a:p>
          <a:r>
            <a:rPr lang="en-US" b="1" dirty="0">
              <a:solidFill>
                <a:schemeClr val="tx2">
                  <a:lumMod val="75000"/>
                </a:schemeClr>
              </a:solidFill>
            </a:rPr>
            <a:t>🫤 Growth areas</a:t>
          </a:r>
        </a:p>
      </dgm:t>
    </dgm:pt>
    <dgm:pt modelId="{A6947D65-4522-4AB7-B7EF-B6CD2DA6810E}" type="parTrans" cxnId="{D505D5FA-C120-457D-80BA-FCA290F66376}">
      <dgm:prSet/>
      <dgm:spPr/>
      <dgm:t>
        <a:bodyPr/>
        <a:lstStyle/>
        <a:p>
          <a:endParaRPr lang="en-US"/>
        </a:p>
      </dgm:t>
    </dgm:pt>
    <dgm:pt modelId="{A856AD5B-28B8-48B4-AFA2-8E1D0BB194EA}" type="sibTrans" cxnId="{D505D5FA-C120-457D-80BA-FCA290F66376}">
      <dgm:prSet/>
      <dgm:spPr/>
      <dgm:t>
        <a:bodyPr/>
        <a:lstStyle/>
        <a:p>
          <a:endParaRPr lang="en-US"/>
        </a:p>
      </dgm:t>
    </dgm:pt>
    <dgm:pt modelId="{3FA2834A-AA52-47B1-BB15-FE975DB0BFBA}">
      <dgm:prSet phldrT="[Text]"/>
      <dgm:spPr/>
      <dgm:t>
        <a:bodyPr/>
        <a:lstStyle/>
        <a:p>
          <a:pPr>
            <a:buNone/>
          </a:pPr>
          <a:r>
            <a:rPr lang="en-US" b="0" i="0" dirty="0">
              <a:solidFill>
                <a:schemeClr val="tx2">
                  <a:lumMod val="50000"/>
                </a:schemeClr>
              </a:solidFill>
            </a:rPr>
            <a:t>Danish muffin jelly-o dragée toffee. Candy brownie macaroon </a:t>
          </a:r>
          <a:r>
            <a:rPr lang="en-US" b="0" i="0" dirty="0" err="1">
              <a:solidFill>
                <a:schemeClr val="tx2">
                  <a:lumMod val="50000"/>
                </a:schemeClr>
              </a:solidFill>
            </a:rPr>
            <a:t>danish</a:t>
          </a:r>
          <a:r>
            <a:rPr lang="en-US" b="0" i="0" dirty="0">
              <a:solidFill>
                <a:schemeClr val="tx2">
                  <a:lumMod val="50000"/>
                </a:schemeClr>
              </a:solidFill>
            </a:rPr>
            <a:t> chocolate bear claw sweet roll. Chupa </a:t>
          </a:r>
          <a:r>
            <a:rPr lang="en-US" b="0" i="0" dirty="0" err="1">
              <a:solidFill>
                <a:schemeClr val="tx2">
                  <a:lumMod val="50000"/>
                </a:schemeClr>
              </a:solidFill>
            </a:rPr>
            <a:t>chups</a:t>
          </a:r>
          <a:r>
            <a:rPr lang="en-US" b="0" i="0" dirty="0">
              <a:solidFill>
                <a:schemeClr val="tx2">
                  <a:lumMod val="50000"/>
                </a:schemeClr>
              </a:solidFill>
            </a:rPr>
            <a:t> topping </a:t>
          </a:r>
          <a:r>
            <a:rPr lang="en-US" b="0" i="0" dirty="0" err="1">
              <a:solidFill>
                <a:schemeClr val="tx2">
                  <a:lumMod val="50000"/>
                </a:schemeClr>
              </a:solidFill>
            </a:rPr>
            <a:t>chupa</a:t>
          </a:r>
          <a:r>
            <a:rPr lang="en-US" b="0" i="0" dirty="0">
              <a:solidFill>
                <a:schemeClr val="tx2">
                  <a:lumMod val="50000"/>
                </a:schemeClr>
              </a:solidFill>
            </a:rPr>
            <a:t> </a:t>
          </a:r>
          <a:r>
            <a:rPr lang="en-US" b="0" i="0" dirty="0" err="1">
              <a:solidFill>
                <a:schemeClr val="tx2">
                  <a:lumMod val="50000"/>
                </a:schemeClr>
              </a:solidFill>
            </a:rPr>
            <a:t>chups</a:t>
          </a:r>
          <a:r>
            <a:rPr lang="en-US" b="0" i="0" dirty="0">
              <a:solidFill>
                <a:schemeClr val="tx2">
                  <a:lumMod val="50000"/>
                </a:schemeClr>
              </a:solidFill>
            </a:rPr>
            <a:t> oat cake pie. Toffee gummi bears soufflé fruitcake </a:t>
          </a:r>
          <a:r>
            <a:rPr lang="en-US" b="0" i="0" dirty="0" err="1">
              <a:solidFill>
                <a:schemeClr val="tx2">
                  <a:lumMod val="50000"/>
                </a:schemeClr>
              </a:solidFill>
            </a:rPr>
            <a:t>liquorice</a:t>
          </a:r>
          <a:r>
            <a:rPr lang="en-US" b="0" i="0" dirty="0">
              <a:solidFill>
                <a:schemeClr val="tx2">
                  <a:lumMod val="50000"/>
                </a:schemeClr>
              </a:solidFill>
            </a:rPr>
            <a:t>.</a:t>
          </a:r>
          <a:endParaRPr lang="en-US" dirty="0">
            <a:solidFill>
              <a:schemeClr val="tx2">
                <a:lumMod val="50000"/>
              </a:schemeClr>
            </a:solidFill>
          </a:endParaRPr>
        </a:p>
      </dgm:t>
    </dgm:pt>
    <dgm:pt modelId="{11B691B6-1F7C-4ECD-8352-B0326A16A3D3}" type="parTrans" cxnId="{BD74A16C-2ED1-4A85-A421-39916B103AC3}">
      <dgm:prSet/>
      <dgm:spPr/>
      <dgm:t>
        <a:bodyPr/>
        <a:lstStyle/>
        <a:p>
          <a:endParaRPr lang="en-US"/>
        </a:p>
      </dgm:t>
    </dgm:pt>
    <dgm:pt modelId="{8C15A0DF-4F20-4018-B68C-9DF0CB2F9B6A}" type="sibTrans" cxnId="{BD74A16C-2ED1-4A85-A421-39916B103AC3}">
      <dgm:prSet/>
      <dgm:spPr/>
      <dgm:t>
        <a:bodyPr/>
        <a:lstStyle/>
        <a:p>
          <a:endParaRPr lang="en-US"/>
        </a:p>
      </dgm:t>
    </dgm:pt>
    <dgm:pt modelId="{EE81DE11-332A-457C-9410-F21264DF25E1}">
      <dgm:prSet phldrT="[Text]" phldr="0"/>
      <dgm:spPr>
        <a:solidFill>
          <a:schemeClr val="accent3">
            <a:lumMod val="20000"/>
            <a:lumOff val="80000"/>
          </a:schemeClr>
        </a:solidFill>
      </dgm:spPr>
      <dgm:t>
        <a:bodyPr/>
        <a:lstStyle/>
        <a:p>
          <a:r>
            <a:rPr lang="en-US" b="1" dirty="0">
              <a:solidFill>
                <a:schemeClr val="tx2">
                  <a:lumMod val="50000"/>
                </a:schemeClr>
              </a:solidFill>
            </a:rPr>
            <a:t> 🎯Goals</a:t>
          </a:r>
        </a:p>
      </dgm:t>
    </dgm:pt>
    <dgm:pt modelId="{170A8AAD-0236-45E7-A639-CDDEBD01226C}" type="parTrans" cxnId="{C4BB5633-1267-428A-8501-4F8C90B362E4}">
      <dgm:prSet/>
      <dgm:spPr/>
      <dgm:t>
        <a:bodyPr/>
        <a:lstStyle/>
        <a:p>
          <a:endParaRPr lang="en-US"/>
        </a:p>
      </dgm:t>
    </dgm:pt>
    <dgm:pt modelId="{E8B759AB-FA7B-45A0-8BE9-E0AE0EE01A40}" type="sibTrans" cxnId="{C4BB5633-1267-428A-8501-4F8C90B362E4}">
      <dgm:prSet/>
      <dgm:spPr/>
      <dgm:t>
        <a:bodyPr/>
        <a:lstStyle/>
        <a:p>
          <a:endParaRPr lang="en-US"/>
        </a:p>
      </dgm:t>
    </dgm:pt>
    <dgm:pt modelId="{6F0F6ACF-7CFC-4ED0-B3D5-5E650B4EFA9D}">
      <dgm:prSet phldrT="[Text]"/>
      <dgm:spPr/>
      <dgm:t>
        <a:bodyPr/>
        <a:lstStyle/>
        <a:p>
          <a:pPr>
            <a:buFont typeface="Arial" panose="020B0604020202020204" pitchFamily="34" charset="0"/>
            <a:buNone/>
          </a:pPr>
          <a:r>
            <a:rPr lang="en-US" b="0" i="0" dirty="0">
              <a:solidFill>
                <a:schemeClr val="tx2">
                  <a:lumMod val="50000"/>
                </a:schemeClr>
              </a:solidFill>
            </a:rPr>
            <a:t>Shortbread candy soufflé wafer cheesecake muffin.</a:t>
          </a:r>
        </a:p>
        <a:p>
          <a:pPr>
            <a:buFont typeface="Arial" panose="020B0604020202020204" pitchFamily="34" charset="0"/>
            <a:buNone/>
          </a:pPr>
          <a:r>
            <a:rPr lang="en-US" b="0" i="0" dirty="0">
              <a:solidFill>
                <a:schemeClr val="tx2">
                  <a:lumMod val="50000"/>
                </a:schemeClr>
              </a:solidFill>
            </a:rPr>
            <a:t>Chocolate cake jujubes lollipop jelly icing candy canes chocolate caramels biscuit. Cake fruitcake pie candy canes donut.</a:t>
          </a:r>
          <a:endParaRPr lang="en-US" dirty="0">
            <a:solidFill>
              <a:schemeClr val="tx2">
                <a:lumMod val="50000"/>
              </a:schemeClr>
            </a:solidFill>
          </a:endParaRPr>
        </a:p>
      </dgm:t>
    </dgm:pt>
    <dgm:pt modelId="{986CD1C1-B633-492C-9F56-3F4B53902126}" type="parTrans" cxnId="{EED3C7F8-F28C-42AD-B5A5-97080861DFD9}">
      <dgm:prSet/>
      <dgm:spPr/>
      <dgm:t>
        <a:bodyPr/>
        <a:lstStyle/>
        <a:p>
          <a:endParaRPr lang="en-US"/>
        </a:p>
      </dgm:t>
    </dgm:pt>
    <dgm:pt modelId="{DBDFBB52-F6F2-4091-A881-F424DA70A8FB}" type="sibTrans" cxnId="{EED3C7F8-F28C-42AD-B5A5-97080861DFD9}">
      <dgm:prSet/>
      <dgm:spPr/>
      <dgm:t>
        <a:bodyPr/>
        <a:lstStyle/>
        <a:p>
          <a:endParaRPr lang="en-US"/>
        </a:p>
      </dgm:t>
    </dgm:pt>
    <dgm:pt modelId="{04BF43AF-02BF-41ED-B6E0-4C1AE0FE75F2}" type="pres">
      <dgm:prSet presAssocID="{D63C004E-C23B-48BB-83FC-D1E2A93F9D2C}" presName="Name0" presStyleCnt="0">
        <dgm:presLayoutVars>
          <dgm:dir/>
          <dgm:animLvl val="lvl"/>
          <dgm:resizeHandles val="exact"/>
        </dgm:presLayoutVars>
      </dgm:prSet>
      <dgm:spPr/>
    </dgm:pt>
    <dgm:pt modelId="{05B6E56A-247D-42C9-A035-E88CC4AAB3A7}" type="pres">
      <dgm:prSet presAssocID="{4CF4E0A2-1A32-4ED2-8EE8-3AA0DBF30C10}" presName="composite" presStyleCnt="0"/>
      <dgm:spPr/>
    </dgm:pt>
    <dgm:pt modelId="{F4D33A4F-2CAE-4185-8A94-F6270D2550CF}" type="pres">
      <dgm:prSet presAssocID="{4CF4E0A2-1A32-4ED2-8EE8-3AA0DBF30C10}" presName="parTx" presStyleLbl="node1" presStyleIdx="0" presStyleCnt="3">
        <dgm:presLayoutVars>
          <dgm:chMax val="0"/>
          <dgm:chPref val="0"/>
          <dgm:bulletEnabled val="1"/>
        </dgm:presLayoutVars>
      </dgm:prSet>
      <dgm:spPr/>
    </dgm:pt>
    <dgm:pt modelId="{6CAFA718-7412-443A-94C2-A442946D6D6D}" type="pres">
      <dgm:prSet presAssocID="{4CF4E0A2-1A32-4ED2-8EE8-3AA0DBF30C10}" presName="desTx" presStyleLbl="revTx" presStyleIdx="0" presStyleCnt="3">
        <dgm:presLayoutVars>
          <dgm:bulletEnabled val="1"/>
        </dgm:presLayoutVars>
      </dgm:prSet>
      <dgm:spPr/>
    </dgm:pt>
    <dgm:pt modelId="{3FFC5E20-F11C-4335-98CB-8D8A20168126}" type="pres">
      <dgm:prSet presAssocID="{EA4CFDE2-B549-43F3-BF08-DEE95FF40411}" presName="space" presStyleCnt="0"/>
      <dgm:spPr/>
    </dgm:pt>
    <dgm:pt modelId="{84873137-C98B-415A-A34D-43BB91EFBE22}" type="pres">
      <dgm:prSet presAssocID="{1CD9AB9A-9DAC-4D0C-ACC5-0F3472C4C8C4}" presName="composite" presStyleCnt="0"/>
      <dgm:spPr/>
    </dgm:pt>
    <dgm:pt modelId="{3DD47565-D64E-4AA6-85B6-7716BCC925A9}" type="pres">
      <dgm:prSet presAssocID="{1CD9AB9A-9DAC-4D0C-ACC5-0F3472C4C8C4}" presName="parTx" presStyleLbl="node1" presStyleIdx="1" presStyleCnt="3">
        <dgm:presLayoutVars>
          <dgm:chMax val="0"/>
          <dgm:chPref val="0"/>
          <dgm:bulletEnabled val="1"/>
        </dgm:presLayoutVars>
      </dgm:prSet>
      <dgm:spPr/>
    </dgm:pt>
    <dgm:pt modelId="{B578BC92-0F8F-45DB-ADAB-F513E6740DA8}" type="pres">
      <dgm:prSet presAssocID="{1CD9AB9A-9DAC-4D0C-ACC5-0F3472C4C8C4}" presName="desTx" presStyleLbl="revTx" presStyleIdx="1" presStyleCnt="3">
        <dgm:presLayoutVars>
          <dgm:bulletEnabled val="1"/>
        </dgm:presLayoutVars>
      </dgm:prSet>
      <dgm:spPr/>
    </dgm:pt>
    <dgm:pt modelId="{C40892F2-607D-4E1A-9C19-EEDE8835FC87}" type="pres">
      <dgm:prSet presAssocID="{A856AD5B-28B8-48B4-AFA2-8E1D0BB194EA}" presName="space" presStyleCnt="0"/>
      <dgm:spPr/>
    </dgm:pt>
    <dgm:pt modelId="{635CC873-A51F-4028-AE36-1A3F1952080F}" type="pres">
      <dgm:prSet presAssocID="{EE81DE11-332A-457C-9410-F21264DF25E1}" presName="composite" presStyleCnt="0"/>
      <dgm:spPr/>
    </dgm:pt>
    <dgm:pt modelId="{47D53D21-67C6-47CA-AC14-96810C1AAD28}" type="pres">
      <dgm:prSet presAssocID="{EE81DE11-332A-457C-9410-F21264DF25E1}" presName="parTx" presStyleLbl="node1" presStyleIdx="2" presStyleCnt="3">
        <dgm:presLayoutVars>
          <dgm:chMax val="0"/>
          <dgm:chPref val="0"/>
          <dgm:bulletEnabled val="1"/>
        </dgm:presLayoutVars>
      </dgm:prSet>
      <dgm:spPr/>
    </dgm:pt>
    <dgm:pt modelId="{6C7EBD9F-A6CC-41AC-B34E-F9AB412957E9}" type="pres">
      <dgm:prSet presAssocID="{EE81DE11-332A-457C-9410-F21264DF25E1}" presName="desTx" presStyleLbl="revTx" presStyleIdx="2" presStyleCnt="3">
        <dgm:presLayoutVars>
          <dgm:bulletEnabled val="1"/>
        </dgm:presLayoutVars>
      </dgm:prSet>
      <dgm:spPr/>
    </dgm:pt>
  </dgm:ptLst>
  <dgm:cxnLst>
    <dgm:cxn modelId="{74D83806-1CE8-4FE2-B4F2-E222548B2663}" type="presOf" srcId="{D63C004E-C23B-48BB-83FC-D1E2A93F9D2C}" destId="{04BF43AF-02BF-41ED-B6E0-4C1AE0FE75F2}" srcOrd="0" destOrd="0" presId="urn:microsoft.com/office/officeart/2005/8/layout/chevron1"/>
    <dgm:cxn modelId="{15E71514-96D0-4A9B-B089-6BF43B433EFE}" type="presOf" srcId="{EE81DE11-332A-457C-9410-F21264DF25E1}" destId="{47D53D21-67C6-47CA-AC14-96810C1AAD28}" srcOrd="0" destOrd="0" presId="urn:microsoft.com/office/officeart/2005/8/layout/chevron1"/>
    <dgm:cxn modelId="{C4BB5633-1267-428A-8501-4F8C90B362E4}" srcId="{D63C004E-C23B-48BB-83FC-D1E2A93F9D2C}" destId="{EE81DE11-332A-457C-9410-F21264DF25E1}" srcOrd="2" destOrd="0" parTransId="{170A8AAD-0236-45E7-A639-CDDEBD01226C}" sibTransId="{E8B759AB-FA7B-45A0-8BE9-E0AE0EE01A40}"/>
    <dgm:cxn modelId="{45A1523D-E33C-422B-9760-EDF2E9696A52}" type="presOf" srcId="{6F0F6ACF-7CFC-4ED0-B3D5-5E650B4EFA9D}" destId="{6C7EBD9F-A6CC-41AC-B34E-F9AB412957E9}" srcOrd="0" destOrd="0" presId="urn:microsoft.com/office/officeart/2005/8/layout/chevron1"/>
    <dgm:cxn modelId="{99DAEF41-75FC-44C1-AB86-EF7576107A08}" type="presOf" srcId="{3FA2834A-AA52-47B1-BB15-FE975DB0BFBA}" destId="{B578BC92-0F8F-45DB-ADAB-F513E6740DA8}" srcOrd="0" destOrd="0" presId="urn:microsoft.com/office/officeart/2005/8/layout/chevron1"/>
    <dgm:cxn modelId="{BD74A16C-2ED1-4A85-A421-39916B103AC3}" srcId="{1CD9AB9A-9DAC-4D0C-ACC5-0F3472C4C8C4}" destId="{3FA2834A-AA52-47B1-BB15-FE975DB0BFBA}" srcOrd="0" destOrd="0" parTransId="{11B691B6-1F7C-4ECD-8352-B0326A16A3D3}" sibTransId="{8C15A0DF-4F20-4018-B68C-9DF0CB2F9B6A}"/>
    <dgm:cxn modelId="{B2D70788-47C8-4DB3-9B1A-96345CBEAAE6}" srcId="{D63C004E-C23B-48BB-83FC-D1E2A93F9D2C}" destId="{4CF4E0A2-1A32-4ED2-8EE8-3AA0DBF30C10}" srcOrd="0" destOrd="0" parTransId="{8C04E2AE-CAB1-495B-8956-E2C16F4F7891}" sibTransId="{EA4CFDE2-B549-43F3-BF08-DEE95FF40411}"/>
    <dgm:cxn modelId="{A1D08ACF-E56C-496C-900F-2721D5FCF605}" type="presOf" srcId="{1CD9AB9A-9DAC-4D0C-ACC5-0F3472C4C8C4}" destId="{3DD47565-D64E-4AA6-85B6-7716BCC925A9}" srcOrd="0" destOrd="0" presId="urn:microsoft.com/office/officeart/2005/8/layout/chevron1"/>
    <dgm:cxn modelId="{3ECEDFD0-4C9C-4E01-981C-4CF6154F0155}" type="presOf" srcId="{4CF4E0A2-1A32-4ED2-8EE8-3AA0DBF30C10}" destId="{F4D33A4F-2CAE-4185-8A94-F6270D2550CF}" srcOrd="0" destOrd="0" presId="urn:microsoft.com/office/officeart/2005/8/layout/chevron1"/>
    <dgm:cxn modelId="{5530DAEE-EE3E-4791-853E-3B369B05B2F1}" srcId="{4CF4E0A2-1A32-4ED2-8EE8-3AA0DBF30C10}" destId="{B89AC323-37BF-41E7-8C85-94A315F3F24D}" srcOrd="0" destOrd="0" parTransId="{2EEB8DC3-8CFA-471C-9156-76A90753DC47}" sibTransId="{4AED12A9-9AB5-4408-8ADF-2AD4CB8844B4}"/>
    <dgm:cxn modelId="{EED3C7F8-F28C-42AD-B5A5-97080861DFD9}" srcId="{EE81DE11-332A-457C-9410-F21264DF25E1}" destId="{6F0F6ACF-7CFC-4ED0-B3D5-5E650B4EFA9D}" srcOrd="0" destOrd="0" parTransId="{986CD1C1-B633-492C-9F56-3F4B53902126}" sibTransId="{DBDFBB52-F6F2-4091-A881-F424DA70A8FB}"/>
    <dgm:cxn modelId="{D505D5FA-C120-457D-80BA-FCA290F66376}" srcId="{D63C004E-C23B-48BB-83FC-D1E2A93F9D2C}" destId="{1CD9AB9A-9DAC-4D0C-ACC5-0F3472C4C8C4}" srcOrd="1" destOrd="0" parTransId="{A6947D65-4522-4AB7-B7EF-B6CD2DA6810E}" sibTransId="{A856AD5B-28B8-48B4-AFA2-8E1D0BB194EA}"/>
    <dgm:cxn modelId="{C057D0FB-0A9F-4632-9C3A-A87658EFBACC}" type="presOf" srcId="{B89AC323-37BF-41E7-8C85-94A315F3F24D}" destId="{6CAFA718-7412-443A-94C2-A442946D6D6D}" srcOrd="0" destOrd="0" presId="urn:microsoft.com/office/officeart/2005/8/layout/chevron1"/>
    <dgm:cxn modelId="{D5AD7931-0C93-486B-9AB2-4A27977A9E9B}" type="presParOf" srcId="{04BF43AF-02BF-41ED-B6E0-4C1AE0FE75F2}" destId="{05B6E56A-247D-42C9-A035-E88CC4AAB3A7}" srcOrd="0" destOrd="0" presId="urn:microsoft.com/office/officeart/2005/8/layout/chevron1"/>
    <dgm:cxn modelId="{648A9485-7771-4BB2-97B0-07ACAB69E099}" type="presParOf" srcId="{05B6E56A-247D-42C9-A035-E88CC4AAB3A7}" destId="{F4D33A4F-2CAE-4185-8A94-F6270D2550CF}" srcOrd="0" destOrd="0" presId="urn:microsoft.com/office/officeart/2005/8/layout/chevron1"/>
    <dgm:cxn modelId="{F7546957-931E-47C0-92B9-C504FE12FFC2}" type="presParOf" srcId="{05B6E56A-247D-42C9-A035-E88CC4AAB3A7}" destId="{6CAFA718-7412-443A-94C2-A442946D6D6D}" srcOrd="1" destOrd="0" presId="urn:microsoft.com/office/officeart/2005/8/layout/chevron1"/>
    <dgm:cxn modelId="{36AD6DDE-5B5E-414D-B93D-2C98BB401068}" type="presParOf" srcId="{04BF43AF-02BF-41ED-B6E0-4C1AE0FE75F2}" destId="{3FFC5E20-F11C-4335-98CB-8D8A20168126}" srcOrd="1" destOrd="0" presId="urn:microsoft.com/office/officeart/2005/8/layout/chevron1"/>
    <dgm:cxn modelId="{50A8097C-F9AA-481C-9BCC-A90D3830EAAC}" type="presParOf" srcId="{04BF43AF-02BF-41ED-B6E0-4C1AE0FE75F2}" destId="{84873137-C98B-415A-A34D-43BB91EFBE22}" srcOrd="2" destOrd="0" presId="urn:microsoft.com/office/officeart/2005/8/layout/chevron1"/>
    <dgm:cxn modelId="{F3E3FD9A-8664-479E-B499-2AFA96829CEE}" type="presParOf" srcId="{84873137-C98B-415A-A34D-43BB91EFBE22}" destId="{3DD47565-D64E-4AA6-85B6-7716BCC925A9}" srcOrd="0" destOrd="0" presId="urn:microsoft.com/office/officeart/2005/8/layout/chevron1"/>
    <dgm:cxn modelId="{38E4515D-D138-45CC-B17D-42473B95B98A}" type="presParOf" srcId="{84873137-C98B-415A-A34D-43BB91EFBE22}" destId="{B578BC92-0F8F-45DB-ADAB-F513E6740DA8}" srcOrd="1" destOrd="0" presId="urn:microsoft.com/office/officeart/2005/8/layout/chevron1"/>
    <dgm:cxn modelId="{17DC9D81-C00C-4C8A-8998-8D62E05DD4CB}" type="presParOf" srcId="{04BF43AF-02BF-41ED-B6E0-4C1AE0FE75F2}" destId="{C40892F2-607D-4E1A-9C19-EEDE8835FC87}" srcOrd="3" destOrd="0" presId="urn:microsoft.com/office/officeart/2005/8/layout/chevron1"/>
    <dgm:cxn modelId="{8CF92F01-D144-4135-9C3B-FB36042597B3}" type="presParOf" srcId="{04BF43AF-02BF-41ED-B6E0-4C1AE0FE75F2}" destId="{635CC873-A51F-4028-AE36-1A3F1952080F}" srcOrd="4" destOrd="0" presId="urn:microsoft.com/office/officeart/2005/8/layout/chevron1"/>
    <dgm:cxn modelId="{F917E5C6-5EB9-4ED8-8438-B7E076220AE7}" type="presParOf" srcId="{635CC873-A51F-4028-AE36-1A3F1952080F}" destId="{47D53D21-67C6-47CA-AC14-96810C1AAD28}" srcOrd="0" destOrd="0" presId="urn:microsoft.com/office/officeart/2005/8/layout/chevron1"/>
    <dgm:cxn modelId="{4124E647-17C0-427D-8077-0129478C03B8}" type="presParOf" srcId="{635CC873-A51F-4028-AE36-1A3F1952080F}" destId="{6C7EBD9F-A6CC-41AC-B34E-F9AB412957E9}" srcOrd="1"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3C004E-C23B-48BB-83FC-D1E2A93F9D2C}" type="doc">
      <dgm:prSet loTypeId="urn:diagrams.loki3.com/VaryingWidthList" loCatId="list" qsTypeId="urn:microsoft.com/office/officeart/2005/8/quickstyle/simple1" qsCatId="simple" csTypeId="urn:microsoft.com/office/officeart/2005/8/colors/colorful2" csCatId="colorful" phldr="1"/>
      <dgm:spPr/>
      <dgm:t>
        <a:bodyPr/>
        <a:lstStyle/>
        <a:p>
          <a:endParaRPr lang="en-US"/>
        </a:p>
      </dgm:t>
    </dgm:pt>
    <dgm:pt modelId="{4CF4E0A2-1A32-4ED2-8EE8-3AA0DBF30C10}">
      <dgm:prSet phldrT="[Text]" phldr="0"/>
      <dgm:spPr>
        <a:solidFill>
          <a:schemeClr val="accent2">
            <a:lumMod val="20000"/>
            <a:lumOff val="80000"/>
          </a:schemeClr>
        </a:solidFill>
      </dgm:spPr>
      <dgm:t>
        <a:bodyPr vert="horz"/>
        <a:lstStyle/>
        <a:p>
          <a:r>
            <a:rPr lang="en-US" b="1" dirty="0">
              <a:solidFill>
                <a:schemeClr val="tx2">
                  <a:lumMod val="75000"/>
                </a:schemeClr>
              </a:solidFill>
            </a:rPr>
            <a:t>💪🏻 Strengths</a:t>
          </a:r>
        </a:p>
      </dgm:t>
    </dgm:pt>
    <dgm:pt modelId="{8C04E2AE-CAB1-495B-8956-E2C16F4F7891}" type="parTrans" cxnId="{B2D70788-47C8-4DB3-9B1A-96345CBEAAE6}">
      <dgm:prSet/>
      <dgm:spPr/>
      <dgm:t>
        <a:bodyPr/>
        <a:lstStyle/>
        <a:p>
          <a:endParaRPr lang="en-US"/>
        </a:p>
      </dgm:t>
    </dgm:pt>
    <dgm:pt modelId="{EA4CFDE2-B549-43F3-BF08-DEE95FF40411}" type="sibTrans" cxnId="{B2D70788-47C8-4DB3-9B1A-96345CBEAAE6}">
      <dgm:prSet/>
      <dgm:spPr/>
      <dgm:t>
        <a:bodyPr/>
        <a:lstStyle/>
        <a:p>
          <a:endParaRPr lang="en-US"/>
        </a:p>
      </dgm:t>
    </dgm:pt>
    <dgm:pt modelId="{B89AC323-37BF-41E7-8C85-94A315F3F24D}">
      <dgm:prSet phldrT="[Text]"/>
      <dgm:spPr/>
      <dgm:t>
        <a:bodyPr/>
        <a:lstStyle/>
        <a:p>
          <a:pPr>
            <a:buNone/>
          </a:pPr>
          <a:r>
            <a:rPr lang="en-US" b="0" i="0" dirty="0">
              <a:solidFill>
                <a:schemeClr val="tx2">
                  <a:lumMod val="50000"/>
                </a:schemeClr>
              </a:solidFill>
            </a:rPr>
            <a:t>Chocolate cotton candy </a:t>
          </a:r>
          <a:r>
            <a:rPr lang="en-US" b="0" i="0" dirty="0" err="1">
              <a:solidFill>
                <a:schemeClr val="tx2">
                  <a:lumMod val="50000"/>
                </a:schemeClr>
              </a:solidFill>
            </a:rPr>
            <a:t>danish</a:t>
          </a:r>
          <a:r>
            <a:rPr lang="en-US" b="0" i="0" dirty="0">
              <a:solidFill>
                <a:schemeClr val="tx2">
                  <a:lumMod val="50000"/>
                </a:schemeClr>
              </a:solidFill>
            </a:rPr>
            <a:t> cotton candy soufflé cake ice cream muffin. Sugar plum gummi bears marshmallow jelly beans powder lollipop bonbon. Jelly beans toffee soufflé </a:t>
          </a:r>
          <a:r>
            <a:rPr lang="en-US" b="0" i="0" dirty="0" err="1">
              <a:solidFill>
                <a:schemeClr val="tx2">
                  <a:lumMod val="50000"/>
                </a:schemeClr>
              </a:solidFill>
            </a:rPr>
            <a:t>soufflé</a:t>
          </a:r>
          <a:r>
            <a:rPr lang="en-US" b="0" i="0" dirty="0">
              <a:solidFill>
                <a:schemeClr val="tx2">
                  <a:lumMod val="50000"/>
                </a:schemeClr>
              </a:solidFill>
            </a:rPr>
            <a:t> candy wafer toffee.</a:t>
          </a:r>
          <a:endParaRPr lang="en-US" dirty="0">
            <a:solidFill>
              <a:schemeClr val="tx2">
                <a:lumMod val="50000"/>
              </a:schemeClr>
            </a:solidFill>
          </a:endParaRPr>
        </a:p>
      </dgm:t>
    </dgm:pt>
    <dgm:pt modelId="{2EEB8DC3-8CFA-471C-9156-76A90753DC47}" type="parTrans" cxnId="{5530DAEE-EE3E-4791-853E-3B369B05B2F1}">
      <dgm:prSet/>
      <dgm:spPr/>
      <dgm:t>
        <a:bodyPr/>
        <a:lstStyle/>
        <a:p>
          <a:endParaRPr lang="en-US"/>
        </a:p>
      </dgm:t>
    </dgm:pt>
    <dgm:pt modelId="{4AED12A9-9AB5-4408-8ADF-2AD4CB8844B4}" type="sibTrans" cxnId="{5530DAEE-EE3E-4791-853E-3B369B05B2F1}">
      <dgm:prSet/>
      <dgm:spPr/>
      <dgm:t>
        <a:bodyPr/>
        <a:lstStyle/>
        <a:p>
          <a:endParaRPr lang="en-US"/>
        </a:p>
      </dgm:t>
    </dgm:pt>
    <dgm:pt modelId="{1CD9AB9A-9DAC-4D0C-ACC5-0F3472C4C8C4}">
      <dgm:prSet phldrT="[Text]" phldr="0"/>
      <dgm:spPr>
        <a:solidFill>
          <a:srgbClr val="DBD4EC"/>
        </a:solidFill>
      </dgm:spPr>
      <dgm:t>
        <a:bodyPr/>
        <a:lstStyle/>
        <a:p>
          <a:r>
            <a:rPr lang="en-US" b="1" dirty="0">
              <a:solidFill>
                <a:schemeClr val="tx2">
                  <a:lumMod val="75000"/>
                </a:schemeClr>
              </a:solidFill>
            </a:rPr>
            <a:t>🫤 Growth areas</a:t>
          </a:r>
        </a:p>
      </dgm:t>
    </dgm:pt>
    <dgm:pt modelId="{A6947D65-4522-4AB7-B7EF-B6CD2DA6810E}" type="parTrans" cxnId="{D505D5FA-C120-457D-80BA-FCA290F66376}">
      <dgm:prSet/>
      <dgm:spPr/>
      <dgm:t>
        <a:bodyPr/>
        <a:lstStyle/>
        <a:p>
          <a:endParaRPr lang="en-US"/>
        </a:p>
      </dgm:t>
    </dgm:pt>
    <dgm:pt modelId="{A856AD5B-28B8-48B4-AFA2-8E1D0BB194EA}" type="sibTrans" cxnId="{D505D5FA-C120-457D-80BA-FCA290F66376}">
      <dgm:prSet/>
      <dgm:spPr/>
      <dgm:t>
        <a:bodyPr/>
        <a:lstStyle/>
        <a:p>
          <a:endParaRPr lang="en-US"/>
        </a:p>
      </dgm:t>
    </dgm:pt>
    <dgm:pt modelId="{3FA2834A-AA52-47B1-BB15-FE975DB0BFBA}">
      <dgm:prSet phldrT="[Text]"/>
      <dgm:spPr/>
      <dgm:t>
        <a:bodyPr/>
        <a:lstStyle/>
        <a:p>
          <a:pPr>
            <a:buNone/>
          </a:pPr>
          <a:r>
            <a:rPr lang="en-US" b="0" i="0" dirty="0">
              <a:solidFill>
                <a:schemeClr val="tx2">
                  <a:lumMod val="50000"/>
                </a:schemeClr>
              </a:solidFill>
            </a:rPr>
            <a:t>Danish muffin jelly-o dragée toffee. Candy brownie macaroon </a:t>
          </a:r>
          <a:r>
            <a:rPr lang="en-US" b="0" i="0" dirty="0" err="1">
              <a:solidFill>
                <a:schemeClr val="tx2">
                  <a:lumMod val="50000"/>
                </a:schemeClr>
              </a:solidFill>
            </a:rPr>
            <a:t>danish</a:t>
          </a:r>
          <a:r>
            <a:rPr lang="en-US" b="0" i="0" dirty="0">
              <a:solidFill>
                <a:schemeClr val="tx2">
                  <a:lumMod val="50000"/>
                </a:schemeClr>
              </a:solidFill>
            </a:rPr>
            <a:t> chocolate bear claw sweet roll. Chupa </a:t>
          </a:r>
          <a:r>
            <a:rPr lang="en-US" b="0" i="0" dirty="0" err="1">
              <a:solidFill>
                <a:schemeClr val="tx2">
                  <a:lumMod val="50000"/>
                </a:schemeClr>
              </a:solidFill>
            </a:rPr>
            <a:t>chups</a:t>
          </a:r>
          <a:r>
            <a:rPr lang="en-US" b="0" i="0" dirty="0">
              <a:solidFill>
                <a:schemeClr val="tx2">
                  <a:lumMod val="50000"/>
                </a:schemeClr>
              </a:solidFill>
            </a:rPr>
            <a:t> topping </a:t>
          </a:r>
          <a:r>
            <a:rPr lang="en-US" b="0" i="0" dirty="0" err="1">
              <a:solidFill>
                <a:schemeClr val="tx2">
                  <a:lumMod val="50000"/>
                </a:schemeClr>
              </a:solidFill>
            </a:rPr>
            <a:t>chupa</a:t>
          </a:r>
          <a:r>
            <a:rPr lang="en-US" b="0" i="0" dirty="0">
              <a:solidFill>
                <a:schemeClr val="tx2">
                  <a:lumMod val="50000"/>
                </a:schemeClr>
              </a:solidFill>
            </a:rPr>
            <a:t> </a:t>
          </a:r>
          <a:r>
            <a:rPr lang="en-US" b="0" i="0" dirty="0" err="1">
              <a:solidFill>
                <a:schemeClr val="tx2">
                  <a:lumMod val="50000"/>
                </a:schemeClr>
              </a:solidFill>
            </a:rPr>
            <a:t>chups</a:t>
          </a:r>
          <a:r>
            <a:rPr lang="en-US" b="0" i="0" dirty="0">
              <a:solidFill>
                <a:schemeClr val="tx2">
                  <a:lumMod val="50000"/>
                </a:schemeClr>
              </a:solidFill>
            </a:rPr>
            <a:t> oat cake pie. Toffee gummi bears soufflé fruitcake </a:t>
          </a:r>
          <a:r>
            <a:rPr lang="en-US" b="0" i="0" dirty="0" err="1">
              <a:solidFill>
                <a:schemeClr val="tx2">
                  <a:lumMod val="50000"/>
                </a:schemeClr>
              </a:solidFill>
            </a:rPr>
            <a:t>liquorice</a:t>
          </a:r>
          <a:r>
            <a:rPr lang="en-US" b="0" i="0" dirty="0">
              <a:solidFill>
                <a:schemeClr val="tx2">
                  <a:lumMod val="50000"/>
                </a:schemeClr>
              </a:solidFill>
            </a:rPr>
            <a:t>.</a:t>
          </a:r>
          <a:endParaRPr lang="en-US" dirty="0">
            <a:solidFill>
              <a:schemeClr val="tx2">
                <a:lumMod val="50000"/>
              </a:schemeClr>
            </a:solidFill>
          </a:endParaRPr>
        </a:p>
      </dgm:t>
    </dgm:pt>
    <dgm:pt modelId="{11B691B6-1F7C-4ECD-8352-B0326A16A3D3}" type="parTrans" cxnId="{BD74A16C-2ED1-4A85-A421-39916B103AC3}">
      <dgm:prSet/>
      <dgm:spPr/>
      <dgm:t>
        <a:bodyPr/>
        <a:lstStyle/>
        <a:p>
          <a:endParaRPr lang="en-US"/>
        </a:p>
      </dgm:t>
    </dgm:pt>
    <dgm:pt modelId="{8C15A0DF-4F20-4018-B68C-9DF0CB2F9B6A}" type="sibTrans" cxnId="{BD74A16C-2ED1-4A85-A421-39916B103AC3}">
      <dgm:prSet/>
      <dgm:spPr/>
      <dgm:t>
        <a:bodyPr/>
        <a:lstStyle/>
        <a:p>
          <a:endParaRPr lang="en-US"/>
        </a:p>
      </dgm:t>
    </dgm:pt>
    <dgm:pt modelId="{EE81DE11-332A-457C-9410-F21264DF25E1}">
      <dgm:prSet phldrT="[Text]" phldr="0"/>
      <dgm:spPr>
        <a:solidFill>
          <a:schemeClr val="accent3">
            <a:lumMod val="20000"/>
            <a:lumOff val="80000"/>
          </a:schemeClr>
        </a:solidFill>
      </dgm:spPr>
      <dgm:t>
        <a:bodyPr/>
        <a:lstStyle/>
        <a:p>
          <a:r>
            <a:rPr lang="en-US" b="1" dirty="0">
              <a:solidFill>
                <a:schemeClr val="tx2">
                  <a:lumMod val="50000"/>
                </a:schemeClr>
              </a:solidFill>
            </a:rPr>
            <a:t> 🎯Goals</a:t>
          </a:r>
        </a:p>
      </dgm:t>
    </dgm:pt>
    <dgm:pt modelId="{170A8AAD-0236-45E7-A639-CDDEBD01226C}" type="parTrans" cxnId="{C4BB5633-1267-428A-8501-4F8C90B362E4}">
      <dgm:prSet/>
      <dgm:spPr/>
      <dgm:t>
        <a:bodyPr/>
        <a:lstStyle/>
        <a:p>
          <a:endParaRPr lang="en-US"/>
        </a:p>
      </dgm:t>
    </dgm:pt>
    <dgm:pt modelId="{E8B759AB-FA7B-45A0-8BE9-E0AE0EE01A40}" type="sibTrans" cxnId="{C4BB5633-1267-428A-8501-4F8C90B362E4}">
      <dgm:prSet/>
      <dgm:spPr/>
      <dgm:t>
        <a:bodyPr/>
        <a:lstStyle/>
        <a:p>
          <a:endParaRPr lang="en-US"/>
        </a:p>
      </dgm:t>
    </dgm:pt>
    <dgm:pt modelId="{6F0F6ACF-7CFC-4ED0-B3D5-5E650B4EFA9D}">
      <dgm:prSet phldrT="[Text]"/>
      <dgm:spPr/>
      <dgm:t>
        <a:bodyPr/>
        <a:lstStyle/>
        <a:p>
          <a:pPr>
            <a:buFont typeface="Arial" panose="020B0604020202020204" pitchFamily="34" charset="0"/>
            <a:buNone/>
          </a:pPr>
          <a:r>
            <a:rPr lang="en-US" b="0" i="0" dirty="0">
              <a:solidFill>
                <a:schemeClr val="tx2">
                  <a:lumMod val="50000"/>
                </a:schemeClr>
              </a:solidFill>
            </a:rPr>
            <a:t>Shortbread candy soufflé wafer cheesecake muffin.</a:t>
          </a:r>
        </a:p>
        <a:p>
          <a:pPr>
            <a:buFont typeface="Arial" panose="020B0604020202020204" pitchFamily="34" charset="0"/>
            <a:buNone/>
          </a:pPr>
          <a:r>
            <a:rPr lang="en-US" b="0" i="0" dirty="0">
              <a:solidFill>
                <a:schemeClr val="tx2">
                  <a:lumMod val="50000"/>
                </a:schemeClr>
              </a:solidFill>
            </a:rPr>
            <a:t>Chocolate cake jujubes lollipop jelly icing candy canes chocolate caramels biscuit. Cake fruitcake pie candy canes donut.</a:t>
          </a:r>
          <a:endParaRPr lang="en-US" dirty="0">
            <a:solidFill>
              <a:schemeClr val="tx2">
                <a:lumMod val="50000"/>
              </a:schemeClr>
            </a:solidFill>
          </a:endParaRPr>
        </a:p>
      </dgm:t>
    </dgm:pt>
    <dgm:pt modelId="{986CD1C1-B633-492C-9F56-3F4B53902126}" type="parTrans" cxnId="{EED3C7F8-F28C-42AD-B5A5-97080861DFD9}">
      <dgm:prSet/>
      <dgm:spPr/>
      <dgm:t>
        <a:bodyPr/>
        <a:lstStyle/>
        <a:p>
          <a:endParaRPr lang="en-US"/>
        </a:p>
      </dgm:t>
    </dgm:pt>
    <dgm:pt modelId="{DBDFBB52-F6F2-4091-A881-F424DA70A8FB}" type="sibTrans" cxnId="{EED3C7F8-F28C-42AD-B5A5-97080861DFD9}">
      <dgm:prSet/>
      <dgm:spPr/>
      <dgm:t>
        <a:bodyPr/>
        <a:lstStyle/>
        <a:p>
          <a:endParaRPr lang="en-US"/>
        </a:p>
      </dgm:t>
    </dgm:pt>
    <dgm:pt modelId="{0A2D50C9-B507-4907-B3A0-608D80879A53}" type="pres">
      <dgm:prSet presAssocID="{D63C004E-C23B-48BB-83FC-D1E2A93F9D2C}" presName="Name0" presStyleCnt="0">
        <dgm:presLayoutVars>
          <dgm:resizeHandles/>
        </dgm:presLayoutVars>
      </dgm:prSet>
      <dgm:spPr/>
    </dgm:pt>
    <dgm:pt modelId="{CA62D7B1-C125-4B6D-8BC9-67E22471398D}" type="pres">
      <dgm:prSet presAssocID="{4CF4E0A2-1A32-4ED2-8EE8-3AA0DBF30C10}" presName="text" presStyleLbl="node1" presStyleIdx="0" presStyleCnt="3">
        <dgm:presLayoutVars>
          <dgm:bulletEnabled val="1"/>
        </dgm:presLayoutVars>
      </dgm:prSet>
      <dgm:spPr/>
    </dgm:pt>
    <dgm:pt modelId="{115B59A4-14D2-434F-BE92-13D6E4FA004C}" type="pres">
      <dgm:prSet presAssocID="{EA4CFDE2-B549-43F3-BF08-DEE95FF40411}" presName="space" presStyleCnt="0"/>
      <dgm:spPr/>
    </dgm:pt>
    <dgm:pt modelId="{862B6E89-106F-4AC4-8A40-B0ACC7010060}" type="pres">
      <dgm:prSet presAssocID="{1CD9AB9A-9DAC-4D0C-ACC5-0F3472C4C8C4}" presName="text" presStyleLbl="node1" presStyleIdx="1" presStyleCnt="3">
        <dgm:presLayoutVars>
          <dgm:bulletEnabled val="1"/>
        </dgm:presLayoutVars>
      </dgm:prSet>
      <dgm:spPr/>
    </dgm:pt>
    <dgm:pt modelId="{5C4F6F4B-9F84-4E83-B859-28A1B9346A98}" type="pres">
      <dgm:prSet presAssocID="{A856AD5B-28B8-48B4-AFA2-8E1D0BB194EA}" presName="space" presStyleCnt="0"/>
      <dgm:spPr/>
    </dgm:pt>
    <dgm:pt modelId="{41C94C46-4735-476B-AE59-C69779F8EA12}" type="pres">
      <dgm:prSet presAssocID="{EE81DE11-332A-457C-9410-F21264DF25E1}" presName="text" presStyleLbl="node1" presStyleIdx="2" presStyleCnt="3">
        <dgm:presLayoutVars>
          <dgm:bulletEnabled val="1"/>
        </dgm:presLayoutVars>
      </dgm:prSet>
      <dgm:spPr/>
    </dgm:pt>
  </dgm:ptLst>
  <dgm:cxnLst>
    <dgm:cxn modelId="{4CFF3802-5D1C-4A08-8232-F3AC265BDE64}" type="presOf" srcId="{6F0F6ACF-7CFC-4ED0-B3D5-5E650B4EFA9D}" destId="{41C94C46-4735-476B-AE59-C69779F8EA12}" srcOrd="0" destOrd="1" presId="urn:diagrams.loki3.com/VaryingWidthList"/>
    <dgm:cxn modelId="{A858AC06-A835-4512-BF2C-CBB9699A26C2}" type="presOf" srcId="{D63C004E-C23B-48BB-83FC-D1E2A93F9D2C}" destId="{0A2D50C9-B507-4907-B3A0-608D80879A53}" srcOrd="0" destOrd="0" presId="urn:diagrams.loki3.com/VaryingWidthList"/>
    <dgm:cxn modelId="{3D7F7617-65B8-4D31-B474-14355D95D7F3}" type="presOf" srcId="{1CD9AB9A-9DAC-4D0C-ACC5-0F3472C4C8C4}" destId="{862B6E89-106F-4AC4-8A40-B0ACC7010060}" srcOrd="0" destOrd="0" presId="urn:diagrams.loki3.com/VaryingWidthList"/>
    <dgm:cxn modelId="{C4BB5633-1267-428A-8501-4F8C90B362E4}" srcId="{D63C004E-C23B-48BB-83FC-D1E2A93F9D2C}" destId="{EE81DE11-332A-457C-9410-F21264DF25E1}" srcOrd="2" destOrd="0" parTransId="{170A8AAD-0236-45E7-A639-CDDEBD01226C}" sibTransId="{E8B759AB-FA7B-45A0-8BE9-E0AE0EE01A40}"/>
    <dgm:cxn modelId="{07FCC04B-DE4A-4233-95E1-03DA2AA6C0BD}" type="presOf" srcId="{B89AC323-37BF-41E7-8C85-94A315F3F24D}" destId="{CA62D7B1-C125-4B6D-8BC9-67E22471398D}" srcOrd="0" destOrd="1" presId="urn:diagrams.loki3.com/VaryingWidthList"/>
    <dgm:cxn modelId="{BD74A16C-2ED1-4A85-A421-39916B103AC3}" srcId="{1CD9AB9A-9DAC-4D0C-ACC5-0F3472C4C8C4}" destId="{3FA2834A-AA52-47B1-BB15-FE975DB0BFBA}" srcOrd="0" destOrd="0" parTransId="{11B691B6-1F7C-4ECD-8352-B0326A16A3D3}" sibTransId="{8C15A0DF-4F20-4018-B68C-9DF0CB2F9B6A}"/>
    <dgm:cxn modelId="{B2D70788-47C8-4DB3-9B1A-96345CBEAAE6}" srcId="{D63C004E-C23B-48BB-83FC-D1E2A93F9D2C}" destId="{4CF4E0A2-1A32-4ED2-8EE8-3AA0DBF30C10}" srcOrd="0" destOrd="0" parTransId="{8C04E2AE-CAB1-495B-8956-E2C16F4F7891}" sibTransId="{EA4CFDE2-B549-43F3-BF08-DEE95FF40411}"/>
    <dgm:cxn modelId="{971A4991-2E55-4727-810B-E32B1680A98F}" type="presOf" srcId="{3FA2834A-AA52-47B1-BB15-FE975DB0BFBA}" destId="{862B6E89-106F-4AC4-8A40-B0ACC7010060}" srcOrd="0" destOrd="1" presId="urn:diagrams.loki3.com/VaryingWidthList"/>
    <dgm:cxn modelId="{E15BDFCC-DFED-443D-9F98-9B6F91C54852}" type="presOf" srcId="{4CF4E0A2-1A32-4ED2-8EE8-3AA0DBF30C10}" destId="{CA62D7B1-C125-4B6D-8BC9-67E22471398D}" srcOrd="0" destOrd="0" presId="urn:diagrams.loki3.com/VaryingWidthList"/>
    <dgm:cxn modelId="{7BCE76E6-8CDD-46ED-A754-DAA4F9815ABE}" type="presOf" srcId="{EE81DE11-332A-457C-9410-F21264DF25E1}" destId="{41C94C46-4735-476B-AE59-C69779F8EA12}" srcOrd="0" destOrd="0" presId="urn:diagrams.loki3.com/VaryingWidthList"/>
    <dgm:cxn modelId="{5530DAEE-EE3E-4791-853E-3B369B05B2F1}" srcId="{4CF4E0A2-1A32-4ED2-8EE8-3AA0DBF30C10}" destId="{B89AC323-37BF-41E7-8C85-94A315F3F24D}" srcOrd="0" destOrd="0" parTransId="{2EEB8DC3-8CFA-471C-9156-76A90753DC47}" sibTransId="{4AED12A9-9AB5-4408-8ADF-2AD4CB8844B4}"/>
    <dgm:cxn modelId="{EED3C7F8-F28C-42AD-B5A5-97080861DFD9}" srcId="{EE81DE11-332A-457C-9410-F21264DF25E1}" destId="{6F0F6ACF-7CFC-4ED0-B3D5-5E650B4EFA9D}" srcOrd="0" destOrd="0" parTransId="{986CD1C1-B633-492C-9F56-3F4B53902126}" sibTransId="{DBDFBB52-F6F2-4091-A881-F424DA70A8FB}"/>
    <dgm:cxn modelId="{D505D5FA-C120-457D-80BA-FCA290F66376}" srcId="{D63C004E-C23B-48BB-83FC-D1E2A93F9D2C}" destId="{1CD9AB9A-9DAC-4D0C-ACC5-0F3472C4C8C4}" srcOrd="1" destOrd="0" parTransId="{A6947D65-4522-4AB7-B7EF-B6CD2DA6810E}" sibTransId="{A856AD5B-28B8-48B4-AFA2-8E1D0BB194EA}"/>
    <dgm:cxn modelId="{124386C2-BC4C-4E4C-89C9-C897344E3D51}" type="presParOf" srcId="{0A2D50C9-B507-4907-B3A0-608D80879A53}" destId="{CA62D7B1-C125-4B6D-8BC9-67E22471398D}" srcOrd="0" destOrd="0" presId="urn:diagrams.loki3.com/VaryingWidthList"/>
    <dgm:cxn modelId="{17C662E1-A4FB-41B7-B227-BC0CC7DF4A9B}" type="presParOf" srcId="{0A2D50C9-B507-4907-B3A0-608D80879A53}" destId="{115B59A4-14D2-434F-BE92-13D6E4FA004C}" srcOrd="1" destOrd="0" presId="urn:diagrams.loki3.com/VaryingWidthList"/>
    <dgm:cxn modelId="{583D4E88-5FB3-40A8-9A39-2DDF9B32500B}" type="presParOf" srcId="{0A2D50C9-B507-4907-B3A0-608D80879A53}" destId="{862B6E89-106F-4AC4-8A40-B0ACC7010060}" srcOrd="2" destOrd="0" presId="urn:diagrams.loki3.com/VaryingWidthList"/>
    <dgm:cxn modelId="{9D1B1853-DE8B-4D53-871D-A6E154AF0491}" type="presParOf" srcId="{0A2D50C9-B507-4907-B3A0-608D80879A53}" destId="{5C4F6F4B-9F84-4E83-B859-28A1B9346A98}" srcOrd="3" destOrd="0" presId="urn:diagrams.loki3.com/VaryingWidthList"/>
    <dgm:cxn modelId="{90554C47-8636-4928-B9E2-BEF8EBD90D58}" type="presParOf" srcId="{0A2D50C9-B507-4907-B3A0-608D80879A53}" destId="{41C94C46-4735-476B-AE59-C69779F8EA12}" srcOrd="4" destOrd="0" presId="urn:diagrams.loki3.com/VaryingWidth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3C004E-C23B-48BB-83FC-D1E2A93F9D2C}" type="doc">
      <dgm:prSet loTypeId="urn:microsoft.com/office/officeart/2005/8/layout/hierarchy3" loCatId="list" qsTypeId="urn:microsoft.com/office/officeart/2005/8/quickstyle/simple1" qsCatId="simple" csTypeId="urn:microsoft.com/office/officeart/2005/8/colors/colorful2" csCatId="colorful" phldr="1"/>
      <dgm:spPr/>
      <dgm:t>
        <a:bodyPr/>
        <a:lstStyle/>
        <a:p>
          <a:endParaRPr lang="en-US"/>
        </a:p>
      </dgm:t>
    </dgm:pt>
    <dgm:pt modelId="{4CF4E0A2-1A32-4ED2-8EE8-3AA0DBF30C10}">
      <dgm:prSet phldrT="[Text]" phldr="0"/>
      <dgm:spPr>
        <a:solidFill>
          <a:schemeClr val="accent2">
            <a:lumMod val="20000"/>
            <a:lumOff val="80000"/>
          </a:schemeClr>
        </a:solidFill>
      </dgm:spPr>
      <dgm:t>
        <a:bodyPr vert="horz"/>
        <a:lstStyle/>
        <a:p>
          <a:r>
            <a:rPr lang="en-US" b="1" dirty="0">
              <a:solidFill>
                <a:schemeClr val="tx2">
                  <a:lumMod val="75000"/>
                </a:schemeClr>
              </a:solidFill>
            </a:rPr>
            <a:t>💪🏻 Strengths</a:t>
          </a:r>
        </a:p>
      </dgm:t>
    </dgm:pt>
    <dgm:pt modelId="{8C04E2AE-CAB1-495B-8956-E2C16F4F7891}" type="parTrans" cxnId="{B2D70788-47C8-4DB3-9B1A-96345CBEAAE6}">
      <dgm:prSet/>
      <dgm:spPr/>
      <dgm:t>
        <a:bodyPr/>
        <a:lstStyle/>
        <a:p>
          <a:endParaRPr lang="en-US"/>
        </a:p>
      </dgm:t>
    </dgm:pt>
    <dgm:pt modelId="{EA4CFDE2-B549-43F3-BF08-DEE95FF40411}" type="sibTrans" cxnId="{B2D70788-47C8-4DB3-9B1A-96345CBEAAE6}">
      <dgm:prSet/>
      <dgm:spPr/>
      <dgm:t>
        <a:bodyPr/>
        <a:lstStyle/>
        <a:p>
          <a:endParaRPr lang="en-US"/>
        </a:p>
      </dgm:t>
    </dgm:pt>
    <dgm:pt modelId="{B89AC323-37BF-41E7-8C85-94A315F3F24D}">
      <dgm:prSet phldrT="[Text]"/>
      <dgm:spPr/>
      <dgm:t>
        <a:bodyPr/>
        <a:lstStyle/>
        <a:p>
          <a:pPr>
            <a:buNone/>
          </a:pPr>
          <a:r>
            <a:rPr lang="en-US" b="0" i="0" dirty="0">
              <a:solidFill>
                <a:schemeClr val="tx2">
                  <a:lumMod val="50000"/>
                </a:schemeClr>
              </a:solidFill>
            </a:rPr>
            <a:t>Chocolate cotton candy </a:t>
          </a:r>
          <a:r>
            <a:rPr lang="en-US" b="0" i="0" dirty="0" err="1">
              <a:solidFill>
                <a:schemeClr val="tx2">
                  <a:lumMod val="50000"/>
                </a:schemeClr>
              </a:solidFill>
            </a:rPr>
            <a:t>danish</a:t>
          </a:r>
          <a:r>
            <a:rPr lang="en-US" b="0" i="0" dirty="0">
              <a:solidFill>
                <a:schemeClr val="tx2">
                  <a:lumMod val="50000"/>
                </a:schemeClr>
              </a:solidFill>
            </a:rPr>
            <a:t> cotton candy soufflé cake ice cream muffin. Sugar plum gummi bears marshmallow jelly beans powder lollipop bonbon. Jelly beans toffee soufflé </a:t>
          </a:r>
          <a:r>
            <a:rPr lang="en-US" b="0" i="0" dirty="0" err="1">
              <a:solidFill>
                <a:schemeClr val="tx2">
                  <a:lumMod val="50000"/>
                </a:schemeClr>
              </a:solidFill>
            </a:rPr>
            <a:t>soufflé</a:t>
          </a:r>
          <a:r>
            <a:rPr lang="en-US" b="0" i="0" dirty="0">
              <a:solidFill>
                <a:schemeClr val="tx2">
                  <a:lumMod val="50000"/>
                </a:schemeClr>
              </a:solidFill>
            </a:rPr>
            <a:t> candy wafer toffee.</a:t>
          </a:r>
          <a:endParaRPr lang="en-US" dirty="0">
            <a:solidFill>
              <a:schemeClr val="tx2">
                <a:lumMod val="50000"/>
              </a:schemeClr>
            </a:solidFill>
          </a:endParaRPr>
        </a:p>
      </dgm:t>
    </dgm:pt>
    <dgm:pt modelId="{2EEB8DC3-8CFA-471C-9156-76A90753DC47}" type="parTrans" cxnId="{5530DAEE-EE3E-4791-853E-3B369B05B2F1}">
      <dgm:prSet/>
      <dgm:spPr/>
      <dgm:t>
        <a:bodyPr/>
        <a:lstStyle/>
        <a:p>
          <a:endParaRPr lang="en-US"/>
        </a:p>
      </dgm:t>
    </dgm:pt>
    <dgm:pt modelId="{4AED12A9-9AB5-4408-8ADF-2AD4CB8844B4}" type="sibTrans" cxnId="{5530DAEE-EE3E-4791-853E-3B369B05B2F1}">
      <dgm:prSet/>
      <dgm:spPr/>
      <dgm:t>
        <a:bodyPr/>
        <a:lstStyle/>
        <a:p>
          <a:endParaRPr lang="en-US"/>
        </a:p>
      </dgm:t>
    </dgm:pt>
    <dgm:pt modelId="{1CD9AB9A-9DAC-4D0C-ACC5-0F3472C4C8C4}">
      <dgm:prSet phldrT="[Text]" phldr="0"/>
      <dgm:spPr>
        <a:solidFill>
          <a:srgbClr val="DBD4EC"/>
        </a:solidFill>
      </dgm:spPr>
      <dgm:t>
        <a:bodyPr/>
        <a:lstStyle/>
        <a:p>
          <a:r>
            <a:rPr lang="en-US" b="1" dirty="0">
              <a:solidFill>
                <a:schemeClr val="tx2">
                  <a:lumMod val="75000"/>
                </a:schemeClr>
              </a:solidFill>
            </a:rPr>
            <a:t>🫤 Growth areas</a:t>
          </a:r>
        </a:p>
      </dgm:t>
    </dgm:pt>
    <dgm:pt modelId="{A6947D65-4522-4AB7-B7EF-B6CD2DA6810E}" type="parTrans" cxnId="{D505D5FA-C120-457D-80BA-FCA290F66376}">
      <dgm:prSet/>
      <dgm:spPr/>
      <dgm:t>
        <a:bodyPr/>
        <a:lstStyle/>
        <a:p>
          <a:endParaRPr lang="en-US"/>
        </a:p>
      </dgm:t>
    </dgm:pt>
    <dgm:pt modelId="{A856AD5B-28B8-48B4-AFA2-8E1D0BB194EA}" type="sibTrans" cxnId="{D505D5FA-C120-457D-80BA-FCA290F66376}">
      <dgm:prSet/>
      <dgm:spPr/>
      <dgm:t>
        <a:bodyPr/>
        <a:lstStyle/>
        <a:p>
          <a:endParaRPr lang="en-US"/>
        </a:p>
      </dgm:t>
    </dgm:pt>
    <dgm:pt modelId="{3FA2834A-AA52-47B1-BB15-FE975DB0BFBA}">
      <dgm:prSet phldrT="[Text]"/>
      <dgm:spPr/>
      <dgm:t>
        <a:bodyPr/>
        <a:lstStyle/>
        <a:p>
          <a:pPr>
            <a:buNone/>
          </a:pPr>
          <a:r>
            <a:rPr lang="en-US" b="0" i="0" dirty="0">
              <a:solidFill>
                <a:schemeClr val="tx2">
                  <a:lumMod val="50000"/>
                </a:schemeClr>
              </a:solidFill>
            </a:rPr>
            <a:t>Danish muffin jelly-o dragée toffee. Candy brownie macaroon </a:t>
          </a:r>
          <a:r>
            <a:rPr lang="en-US" b="0" i="0" dirty="0" err="1">
              <a:solidFill>
                <a:schemeClr val="tx2">
                  <a:lumMod val="50000"/>
                </a:schemeClr>
              </a:solidFill>
            </a:rPr>
            <a:t>danish</a:t>
          </a:r>
          <a:r>
            <a:rPr lang="en-US" b="0" i="0" dirty="0">
              <a:solidFill>
                <a:schemeClr val="tx2">
                  <a:lumMod val="50000"/>
                </a:schemeClr>
              </a:solidFill>
            </a:rPr>
            <a:t> chocolate bear claw sweet roll. Chupa </a:t>
          </a:r>
          <a:r>
            <a:rPr lang="en-US" b="0" i="0" dirty="0" err="1">
              <a:solidFill>
                <a:schemeClr val="tx2">
                  <a:lumMod val="50000"/>
                </a:schemeClr>
              </a:solidFill>
            </a:rPr>
            <a:t>chups</a:t>
          </a:r>
          <a:r>
            <a:rPr lang="en-US" b="0" i="0" dirty="0">
              <a:solidFill>
                <a:schemeClr val="tx2">
                  <a:lumMod val="50000"/>
                </a:schemeClr>
              </a:solidFill>
            </a:rPr>
            <a:t> topping </a:t>
          </a:r>
          <a:r>
            <a:rPr lang="en-US" b="0" i="0" dirty="0" err="1">
              <a:solidFill>
                <a:schemeClr val="tx2">
                  <a:lumMod val="50000"/>
                </a:schemeClr>
              </a:solidFill>
            </a:rPr>
            <a:t>chupa</a:t>
          </a:r>
          <a:r>
            <a:rPr lang="en-US" b="0" i="0" dirty="0">
              <a:solidFill>
                <a:schemeClr val="tx2">
                  <a:lumMod val="50000"/>
                </a:schemeClr>
              </a:solidFill>
            </a:rPr>
            <a:t> </a:t>
          </a:r>
          <a:r>
            <a:rPr lang="en-US" b="0" i="0" dirty="0" err="1">
              <a:solidFill>
                <a:schemeClr val="tx2">
                  <a:lumMod val="50000"/>
                </a:schemeClr>
              </a:solidFill>
            </a:rPr>
            <a:t>chups</a:t>
          </a:r>
          <a:r>
            <a:rPr lang="en-US" b="0" i="0" dirty="0">
              <a:solidFill>
                <a:schemeClr val="tx2">
                  <a:lumMod val="50000"/>
                </a:schemeClr>
              </a:solidFill>
            </a:rPr>
            <a:t> oat cake pie. Toffee gummi bears soufflé fruitcake </a:t>
          </a:r>
          <a:r>
            <a:rPr lang="en-US" b="0" i="0" dirty="0" err="1">
              <a:solidFill>
                <a:schemeClr val="tx2">
                  <a:lumMod val="50000"/>
                </a:schemeClr>
              </a:solidFill>
            </a:rPr>
            <a:t>liquorice</a:t>
          </a:r>
          <a:r>
            <a:rPr lang="en-US" b="0" i="0" dirty="0">
              <a:solidFill>
                <a:schemeClr val="tx2">
                  <a:lumMod val="50000"/>
                </a:schemeClr>
              </a:solidFill>
            </a:rPr>
            <a:t>.</a:t>
          </a:r>
          <a:endParaRPr lang="en-US" dirty="0">
            <a:solidFill>
              <a:schemeClr val="tx2">
                <a:lumMod val="50000"/>
              </a:schemeClr>
            </a:solidFill>
          </a:endParaRPr>
        </a:p>
      </dgm:t>
    </dgm:pt>
    <dgm:pt modelId="{11B691B6-1F7C-4ECD-8352-B0326A16A3D3}" type="parTrans" cxnId="{BD74A16C-2ED1-4A85-A421-39916B103AC3}">
      <dgm:prSet/>
      <dgm:spPr/>
      <dgm:t>
        <a:bodyPr/>
        <a:lstStyle/>
        <a:p>
          <a:endParaRPr lang="en-US"/>
        </a:p>
      </dgm:t>
    </dgm:pt>
    <dgm:pt modelId="{8C15A0DF-4F20-4018-B68C-9DF0CB2F9B6A}" type="sibTrans" cxnId="{BD74A16C-2ED1-4A85-A421-39916B103AC3}">
      <dgm:prSet/>
      <dgm:spPr/>
      <dgm:t>
        <a:bodyPr/>
        <a:lstStyle/>
        <a:p>
          <a:endParaRPr lang="en-US"/>
        </a:p>
      </dgm:t>
    </dgm:pt>
    <dgm:pt modelId="{EE81DE11-332A-457C-9410-F21264DF25E1}">
      <dgm:prSet phldrT="[Text]" phldr="0"/>
      <dgm:spPr>
        <a:solidFill>
          <a:schemeClr val="accent3">
            <a:lumMod val="20000"/>
            <a:lumOff val="80000"/>
          </a:schemeClr>
        </a:solidFill>
      </dgm:spPr>
      <dgm:t>
        <a:bodyPr/>
        <a:lstStyle/>
        <a:p>
          <a:r>
            <a:rPr lang="en-US" b="1" dirty="0">
              <a:solidFill>
                <a:schemeClr val="tx2">
                  <a:lumMod val="50000"/>
                </a:schemeClr>
              </a:solidFill>
            </a:rPr>
            <a:t> 🎯Goals</a:t>
          </a:r>
        </a:p>
      </dgm:t>
    </dgm:pt>
    <dgm:pt modelId="{170A8AAD-0236-45E7-A639-CDDEBD01226C}" type="parTrans" cxnId="{C4BB5633-1267-428A-8501-4F8C90B362E4}">
      <dgm:prSet/>
      <dgm:spPr/>
      <dgm:t>
        <a:bodyPr/>
        <a:lstStyle/>
        <a:p>
          <a:endParaRPr lang="en-US"/>
        </a:p>
      </dgm:t>
    </dgm:pt>
    <dgm:pt modelId="{E8B759AB-FA7B-45A0-8BE9-E0AE0EE01A40}" type="sibTrans" cxnId="{C4BB5633-1267-428A-8501-4F8C90B362E4}">
      <dgm:prSet/>
      <dgm:spPr/>
      <dgm:t>
        <a:bodyPr/>
        <a:lstStyle/>
        <a:p>
          <a:endParaRPr lang="en-US"/>
        </a:p>
      </dgm:t>
    </dgm:pt>
    <dgm:pt modelId="{6F0F6ACF-7CFC-4ED0-B3D5-5E650B4EFA9D}">
      <dgm:prSet phldrT="[Text]"/>
      <dgm:spPr/>
      <dgm:t>
        <a:bodyPr/>
        <a:lstStyle/>
        <a:p>
          <a:pPr>
            <a:buFont typeface="Arial" panose="020B0604020202020204" pitchFamily="34" charset="0"/>
            <a:buNone/>
          </a:pPr>
          <a:r>
            <a:rPr lang="en-US" b="0" i="0" dirty="0">
              <a:solidFill>
                <a:schemeClr val="tx2">
                  <a:lumMod val="50000"/>
                </a:schemeClr>
              </a:solidFill>
            </a:rPr>
            <a:t>Shortbread candy soufflé wafer cheesecake muffin.</a:t>
          </a:r>
        </a:p>
        <a:p>
          <a:pPr>
            <a:buFont typeface="Arial" panose="020B0604020202020204" pitchFamily="34" charset="0"/>
            <a:buNone/>
          </a:pPr>
          <a:r>
            <a:rPr lang="en-US" b="0" i="0" dirty="0">
              <a:solidFill>
                <a:schemeClr val="tx2">
                  <a:lumMod val="50000"/>
                </a:schemeClr>
              </a:solidFill>
            </a:rPr>
            <a:t>Chocolate cake jujubes lollipop jelly icing candy canes chocolate caramels biscuit. Cake fruitcake pie candy canes donut.</a:t>
          </a:r>
          <a:endParaRPr lang="en-US" dirty="0">
            <a:solidFill>
              <a:schemeClr val="tx2">
                <a:lumMod val="50000"/>
              </a:schemeClr>
            </a:solidFill>
          </a:endParaRPr>
        </a:p>
      </dgm:t>
    </dgm:pt>
    <dgm:pt modelId="{986CD1C1-B633-492C-9F56-3F4B53902126}" type="parTrans" cxnId="{EED3C7F8-F28C-42AD-B5A5-97080861DFD9}">
      <dgm:prSet/>
      <dgm:spPr/>
      <dgm:t>
        <a:bodyPr/>
        <a:lstStyle/>
        <a:p>
          <a:endParaRPr lang="en-US"/>
        </a:p>
      </dgm:t>
    </dgm:pt>
    <dgm:pt modelId="{DBDFBB52-F6F2-4091-A881-F424DA70A8FB}" type="sibTrans" cxnId="{EED3C7F8-F28C-42AD-B5A5-97080861DFD9}">
      <dgm:prSet/>
      <dgm:spPr/>
      <dgm:t>
        <a:bodyPr/>
        <a:lstStyle/>
        <a:p>
          <a:endParaRPr lang="en-US"/>
        </a:p>
      </dgm:t>
    </dgm:pt>
    <dgm:pt modelId="{7A33431B-D0F0-43A5-B11D-077CF118888B}" type="pres">
      <dgm:prSet presAssocID="{D63C004E-C23B-48BB-83FC-D1E2A93F9D2C}" presName="diagram" presStyleCnt="0">
        <dgm:presLayoutVars>
          <dgm:chPref val="1"/>
          <dgm:dir/>
          <dgm:animOne val="branch"/>
          <dgm:animLvl val="lvl"/>
          <dgm:resizeHandles/>
        </dgm:presLayoutVars>
      </dgm:prSet>
      <dgm:spPr/>
    </dgm:pt>
    <dgm:pt modelId="{8D7F90AC-D184-4B50-B40B-D5E08D073D86}" type="pres">
      <dgm:prSet presAssocID="{4CF4E0A2-1A32-4ED2-8EE8-3AA0DBF30C10}" presName="root" presStyleCnt="0"/>
      <dgm:spPr/>
    </dgm:pt>
    <dgm:pt modelId="{3E7437B8-CEE7-41C5-A24B-CC4CD011A9D9}" type="pres">
      <dgm:prSet presAssocID="{4CF4E0A2-1A32-4ED2-8EE8-3AA0DBF30C10}" presName="rootComposite" presStyleCnt="0"/>
      <dgm:spPr/>
    </dgm:pt>
    <dgm:pt modelId="{98B0A079-251F-4D49-9C83-4E510449BCCD}" type="pres">
      <dgm:prSet presAssocID="{4CF4E0A2-1A32-4ED2-8EE8-3AA0DBF30C10}" presName="rootText" presStyleLbl="node1" presStyleIdx="0" presStyleCnt="3" custScaleY="35552"/>
      <dgm:spPr/>
    </dgm:pt>
    <dgm:pt modelId="{B375B3F1-9EDE-4FA2-A81B-85AB515DDF8A}" type="pres">
      <dgm:prSet presAssocID="{4CF4E0A2-1A32-4ED2-8EE8-3AA0DBF30C10}" presName="rootConnector" presStyleLbl="node1" presStyleIdx="0" presStyleCnt="3"/>
      <dgm:spPr/>
    </dgm:pt>
    <dgm:pt modelId="{CBECE896-A25B-4C44-9305-01C71F174D66}" type="pres">
      <dgm:prSet presAssocID="{4CF4E0A2-1A32-4ED2-8EE8-3AA0DBF30C10}" presName="childShape" presStyleCnt="0"/>
      <dgm:spPr/>
    </dgm:pt>
    <dgm:pt modelId="{731B8CC8-7EE8-40B5-BCB9-351FDF4B1F28}" type="pres">
      <dgm:prSet presAssocID="{2EEB8DC3-8CFA-471C-9156-76A90753DC47}" presName="Name13" presStyleLbl="parChTrans1D2" presStyleIdx="0" presStyleCnt="3"/>
      <dgm:spPr/>
    </dgm:pt>
    <dgm:pt modelId="{81B3DA98-F90B-4D67-B083-39623DE43E24}" type="pres">
      <dgm:prSet presAssocID="{B89AC323-37BF-41E7-8C85-94A315F3F24D}" presName="childText" presStyleLbl="bgAcc1" presStyleIdx="0" presStyleCnt="3" custScaleY="277232">
        <dgm:presLayoutVars>
          <dgm:bulletEnabled val="1"/>
        </dgm:presLayoutVars>
      </dgm:prSet>
      <dgm:spPr/>
    </dgm:pt>
    <dgm:pt modelId="{DEA6C591-1463-4D98-A37E-721036B91A41}" type="pres">
      <dgm:prSet presAssocID="{1CD9AB9A-9DAC-4D0C-ACC5-0F3472C4C8C4}" presName="root" presStyleCnt="0"/>
      <dgm:spPr/>
    </dgm:pt>
    <dgm:pt modelId="{B0B237B0-8064-49E1-91FE-E838608F3F01}" type="pres">
      <dgm:prSet presAssocID="{1CD9AB9A-9DAC-4D0C-ACC5-0F3472C4C8C4}" presName="rootComposite" presStyleCnt="0"/>
      <dgm:spPr/>
    </dgm:pt>
    <dgm:pt modelId="{3419FDD3-26DD-4E88-B739-6D6D58FA277B}" type="pres">
      <dgm:prSet presAssocID="{1CD9AB9A-9DAC-4D0C-ACC5-0F3472C4C8C4}" presName="rootText" presStyleLbl="node1" presStyleIdx="1" presStyleCnt="3" custScaleY="36367"/>
      <dgm:spPr/>
    </dgm:pt>
    <dgm:pt modelId="{EC783F66-1D80-49C3-A770-AE2B52B8A3BD}" type="pres">
      <dgm:prSet presAssocID="{1CD9AB9A-9DAC-4D0C-ACC5-0F3472C4C8C4}" presName="rootConnector" presStyleLbl="node1" presStyleIdx="1" presStyleCnt="3"/>
      <dgm:spPr/>
    </dgm:pt>
    <dgm:pt modelId="{D4F67929-7EB8-4207-9C6C-D8F6181A2683}" type="pres">
      <dgm:prSet presAssocID="{1CD9AB9A-9DAC-4D0C-ACC5-0F3472C4C8C4}" presName="childShape" presStyleCnt="0"/>
      <dgm:spPr/>
    </dgm:pt>
    <dgm:pt modelId="{8CC9A59A-893C-48A9-8EAC-89137BCA25D1}" type="pres">
      <dgm:prSet presAssocID="{11B691B6-1F7C-4ECD-8352-B0326A16A3D3}" presName="Name13" presStyleLbl="parChTrans1D2" presStyleIdx="1" presStyleCnt="3"/>
      <dgm:spPr/>
    </dgm:pt>
    <dgm:pt modelId="{B81DC2FB-2141-45D2-9D0E-04DB95518BAB}" type="pres">
      <dgm:prSet presAssocID="{3FA2834A-AA52-47B1-BB15-FE975DB0BFBA}" presName="childText" presStyleLbl="bgAcc1" presStyleIdx="1" presStyleCnt="3" custScaleY="279985">
        <dgm:presLayoutVars>
          <dgm:bulletEnabled val="1"/>
        </dgm:presLayoutVars>
      </dgm:prSet>
      <dgm:spPr/>
    </dgm:pt>
    <dgm:pt modelId="{3B547819-7664-4835-B51B-763ED30BFA1A}" type="pres">
      <dgm:prSet presAssocID="{EE81DE11-332A-457C-9410-F21264DF25E1}" presName="root" presStyleCnt="0"/>
      <dgm:spPr/>
    </dgm:pt>
    <dgm:pt modelId="{CA3EE291-E1B3-4BDD-B3B2-887177EB209A}" type="pres">
      <dgm:prSet presAssocID="{EE81DE11-332A-457C-9410-F21264DF25E1}" presName="rootComposite" presStyleCnt="0"/>
      <dgm:spPr/>
    </dgm:pt>
    <dgm:pt modelId="{CB399D3D-40EA-43B2-A35C-F36C27C8C203}" type="pres">
      <dgm:prSet presAssocID="{EE81DE11-332A-457C-9410-F21264DF25E1}" presName="rootText" presStyleLbl="node1" presStyleIdx="2" presStyleCnt="3" custScaleY="36367"/>
      <dgm:spPr/>
    </dgm:pt>
    <dgm:pt modelId="{D845EF1E-0FDB-4D16-A026-1956598C3ADE}" type="pres">
      <dgm:prSet presAssocID="{EE81DE11-332A-457C-9410-F21264DF25E1}" presName="rootConnector" presStyleLbl="node1" presStyleIdx="2" presStyleCnt="3"/>
      <dgm:spPr/>
    </dgm:pt>
    <dgm:pt modelId="{726B2847-D8B6-47B0-B4B3-B3845DA278DD}" type="pres">
      <dgm:prSet presAssocID="{EE81DE11-332A-457C-9410-F21264DF25E1}" presName="childShape" presStyleCnt="0"/>
      <dgm:spPr/>
    </dgm:pt>
    <dgm:pt modelId="{99478F4C-37B9-4BB5-BF63-57FD19796CED}" type="pres">
      <dgm:prSet presAssocID="{986CD1C1-B633-492C-9F56-3F4B53902126}" presName="Name13" presStyleLbl="parChTrans1D2" presStyleIdx="2" presStyleCnt="3"/>
      <dgm:spPr/>
    </dgm:pt>
    <dgm:pt modelId="{4899AC75-B3DE-45CD-A78F-4398434AD866}" type="pres">
      <dgm:prSet presAssocID="{6F0F6ACF-7CFC-4ED0-B3D5-5E650B4EFA9D}" presName="childText" presStyleLbl="bgAcc1" presStyleIdx="2" presStyleCnt="3" custScaleY="278201" custLinFactNeighborX="131" custLinFactNeighborY="2315">
        <dgm:presLayoutVars>
          <dgm:bulletEnabled val="1"/>
        </dgm:presLayoutVars>
      </dgm:prSet>
      <dgm:spPr/>
    </dgm:pt>
  </dgm:ptLst>
  <dgm:cxnLst>
    <dgm:cxn modelId="{7D5CCB12-3F13-472A-9C49-7191A1F22245}" type="presOf" srcId="{6F0F6ACF-7CFC-4ED0-B3D5-5E650B4EFA9D}" destId="{4899AC75-B3DE-45CD-A78F-4398434AD866}" srcOrd="0" destOrd="0" presId="urn:microsoft.com/office/officeart/2005/8/layout/hierarchy3"/>
    <dgm:cxn modelId="{E585281B-E2E3-4963-B01C-3DD042AB7BD3}" type="presOf" srcId="{986CD1C1-B633-492C-9F56-3F4B53902126}" destId="{99478F4C-37B9-4BB5-BF63-57FD19796CED}" srcOrd="0" destOrd="0" presId="urn:microsoft.com/office/officeart/2005/8/layout/hierarchy3"/>
    <dgm:cxn modelId="{B838911C-B178-4D32-872A-E6D372CB73E5}" type="presOf" srcId="{1CD9AB9A-9DAC-4D0C-ACC5-0F3472C4C8C4}" destId="{3419FDD3-26DD-4E88-B739-6D6D58FA277B}" srcOrd="0" destOrd="0" presId="urn:microsoft.com/office/officeart/2005/8/layout/hierarchy3"/>
    <dgm:cxn modelId="{C6DFB432-7CDE-4B0D-95DE-69D6A3DB1E63}" type="presOf" srcId="{2EEB8DC3-8CFA-471C-9156-76A90753DC47}" destId="{731B8CC8-7EE8-40B5-BCB9-351FDF4B1F28}" srcOrd="0" destOrd="0" presId="urn:microsoft.com/office/officeart/2005/8/layout/hierarchy3"/>
    <dgm:cxn modelId="{C4BB5633-1267-428A-8501-4F8C90B362E4}" srcId="{D63C004E-C23B-48BB-83FC-D1E2A93F9D2C}" destId="{EE81DE11-332A-457C-9410-F21264DF25E1}" srcOrd="2" destOrd="0" parTransId="{170A8AAD-0236-45E7-A639-CDDEBD01226C}" sibTransId="{E8B759AB-FA7B-45A0-8BE9-E0AE0EE01A40}"/>
    <dgm:cxn modelId="{8050EB3E-F2CF-4C27-9A41-4FF09A60A5E1}" type="presOf" srcId="{3FA2834A-AA52-47B1-BB15-FE975DB0BFBA}" destId="{B81DC2FB-2141-45D2-9D0E-04DB95518BAB}" srcOrd="0" destOrd="0" presId="urn:microsoft.com/office/officeart/2005/8/layout/hierarchy3"/>
    <dgm:cxn modelId="{BD74A16C-2ED1-4A85-A421-39916B103AC3}" srcId="{1CD9AB9A-9DAC-4D0C-ACC5-0F3472C4C8C4}" destId="{3FA2834A-AA52-47B1-BB15-FE975DB0BFBA}" srcOrd="0" destOrd="0" parTransId="{11B691B6-1F7C-4ECD-8352-B0326A16A3D3}" sibTransId="{8C15A0DF-4F20-4018-B68C-9DF0CB2F9B6A}"/>
    <dgm:cxn modelId="{CEE24953-515E-4D20-B7F5-9580B244DC8D}" type="presOf" srcId="{EE81DE11-332A-457C-9410-F21264DF25E1}" destId="{D845EF1E-0FDB-4D16-A026-1956598C3ADE}" srcOrd="1" destOrd="0" presId="urn:microsoft.com/office/officeart/2005/8/layout/hierarchy3"/>
    <dgm:cxn modelId="{B030997A-8F1A-4D31-B644-4017105D207B}" type="presOf" srcId="{11B691B6-1F7C-4ECD-8352-B0326A16A3D3}" destId="{8CC9A59A-893C-48A9-8EAC-89137BCA25D1}" srcOrd="0" destOrd="0" presId="urn:microsoft.com/office/officeart/2005/8/layout/hierarchy3"/>
    <dgm:cxn modelId="{8F29077B-9BE3-4445-A0A3-9740D5C23ECA}" type="presOf" srcId="{1CD9AB9A-9DAC-4D0C-ACC5-0F3472C4C8C4}" destId="{EC783F66-1D80-49C3-A770-AE2B52B8A3BD}" srcOrd="1" destOrd="0" presId="urn:microsoft.com/office/officeart/2005/8/layout/hierarchy3"/>
    <dgm:cxn modelId="{B2D70788-47C8-4DB3-9B1A-96345CBEAAE6}" srcId="{D63C004E-C23B-48BB-83FC-D1E2A93F9D2C}" destId="{4CF4E0A2-1A32-4ED2-8EE8-3AA0DBF30C10}" srcOrd="0" destOrd="0" parTransId="{8C04E2AE-CAB1-495B-8956-E2C16F4F7891}" sibTransId="{EA4CFDE2-B549-43F3-BF08-DEE95FF40411}"/>
    <dgm:cxn modelId="{3D61BF94-5A93-4A8B-80C3-311AD67DC7C3}" type="presOf" srcId="{4CF4E0A2-1A32-4ED2-8EE8-3AA0DBF30C10}" destId="{98B0A079-251F-4D49-9C83-4E510449BCCD}" srcOrd="0" destOrd="0" presId="urn:microsoft.com/office/officeart/2005/8/layout/hierarchy3"/>
    <dgm:cxn modelId="{6A2BA2BD-7CD5-4355-82C4-B31C5D387472}" type="presOf" srcId="{B89AC323-37BF-41E7-8C85-94A315F3F24D}" destId="{81B3DA98-F90B-4D67-B083-39623DE43E24}" srcOrd="0" destOrd="0" presId="urn:microsoft.com/office/officeart/2005/8/layout/hierarchy3"/>
    <dgm:cxn modelId="{BE64DBC8-AD50-4EFA-8647-ACCEC7520949}" type="presOf" srcId="{EE81DE11-332A-457C-9410-F21264DF25E1}" destId="{CB399D3D-40EA-43B2-A35C-F36C27C8C203}" srcOrd="0" destOrd="0" presId="urn:microsoft.com/office/officeart/2005/8/layout/hierarchy3"/>
    <dgm:cxn modelId="{9CC04CE0-C611-48F1-AED5-D03E480D7847}" type="presOf" srcId="{D63C004E-C23B-48BB-83FC-D1E2A93F9D2C}" destId="{7A33431B-D0F0-43A5-B11D-077CF118888B}" srcOrd="0" destOrd="0" presId="urn:microsoft.com/office/officeart/2005/8/layout/hierarchy3"/>
    <dgm:cxn modelId="{DCEA09E2-EC5A-49D0-BF33-D3C226771003}" type="presOf" srcId="{4CF4E0A2-1A32-4ED2-8EE8-3AA0DBF30C10}" destId="{B375B3F1-9EDE-4FA2-A81B-85AB515DDF8A}" srcOrd="1" destOrd="0" presId="urn:microsoft.com/office/officeart/2005/8/layout/hierarchy3"/>
    <dgm:cxn modelId="{5530DAEE-EE3E-4791-853E-3B369B05B2F1}" srcId="{4CF4E0A2-1A32-4ED2-8EE8-3AA0DBF30C10}" destId="{B89AC323-37BF-41E7-8C85-94A315F3F24D}" srcOrd="0" destOrd="0" parTransId="{2EEB8DC3-8CFA-471C-9156-76A90753DC47}" sibTransId="{4AED12A9-9AB5-4408-8ADF-2AD4CB8844B4}"/>
    <dgm:cxn modelId="{EED3C7F8-F28C-42AD-B5A5-97080861DFD9}" srcId="{EE81DE11-332A-457C-9410-F21264DF25E1}" destId="{6F0F6ACF-7CFC-4ED0-B3D5-5E650B4EFA9D}" srcOrd="0" destOrd="0" parTransId="{986CD1C1-B633-492C-9F56-3F4B53902126}" sibTransId="{DBDFBB52-F6F2-4091-A881-F424DA70A8FB}"/>
    <dgm:cxn modelId="{D505D5FA-C120-457D-80BA-FCA290F66376}" srcId="{D63C004E-C23B-48BB-83FC-D1E2A93F9D2C}" destId="{1CD9AB9A-9DAC-4D0C-ACC5-0F3472C4C8C4}" srcOrd="1" destOrd="0" parTransId="{A6947D65-4522-4AB7-B7EF-B6CD2DA6810E}" sibTransId="{A856AD5B-28B8-48B4-AFA2-8E1D0BB194EA}"/>
    <dgm:cxn modelId="{0B60414A-EAB1-430F-8EAD-3E94CAA10B57}" type="presParOf" srcId="{7A33431B-D0F0-43A5-B11D-077CF118888B}" destId="{8D7F90AC-D184-4B50-B40B-D5E08D073D86}" srcOrd="0" destOrd="0" presId="urn:microsoft.com/office/officeart/2005/8/layout/hierarchy3"/>
    <dgm:cxn modelId="{55D33D56-3014-4B9A-9E02-C5FF30D4310B}" type="presParOf" srcId="{8D7F90AC-D184-4B50-B40B-D5E08D073D86}" destId="{3E7437B8-CEE7-41C5-A24B-CC4CD011A9D9}" srcOrd="0" destOrd="0" presId="urn:microsoft.com/office/officeart/2005/8/layout/hierarchy3"/>
    <dgm:cxn modelId="{F44BE673-A37E-4D36-8C71-92C5DCE42416}" type="presParOf" srcId="{3E7437B8-CEE7-41C5-A24B-CC4CD011A9D9}" destId="{98B0A079-251F-4D49-9C83-4E510449BCCD}" srcOrd="0" destOrd="0" presId="urn:microsoft.com/office/officeart/2005/8/layout/hierarchy3"/>
    <dgm:cxn modelId="{57845FA1-9D18-4B55-911B-D82027FFBC67}" type="presParOf" srcId="{3E7437B8-CEE7-41C5-A24B-CC4CD011A9D9}" destId="{B375B3F1-9EDE-4FA2-A81B-85AB515DDF8A}" srcOrd="1" destOrd="0" presId="urn:microsoft.com/office/officeart/2005/8/layout/hierarchy3"/>
    <dgm:cxn modelId="{44F74C34-9689-427F-8DD1-611771EC04EC}" type="presParOf" srcId="{8D7F90AC-D184-4B50-B40B-D5E08D073D86}" destId="{CBECE896-A25B-4C44-9305-01C71F174D66}" srcOrd="1" destOrd="0" presId="urn:microsoft.com/office/officeart/2005/8/layout/hierarchy3"/>
    <dgm:cxn modelId="{6D4E4AC8-CC81-4B41-A8EE-6AE8E72FCBCE}" type="presParOf" srcId="{CBECE896-A25B-4C44-9305-01C71F174D66}" destId="{731B8CC8-7EE8-40B5-BCB9-351FDF4B1F28}" srcOrd="0" destOrd="0" presId="urn:microsoft.com/office/officeart/2005/8/layout/hierarchy3"/>
    <dgm:cxn modelId="{A05FA46E-07B6-4204-83BA-C2B4534971EB}" type="presParOf" srcId="{CBECE896-A25B-4C44-9305-01C71F174D66}" destId="{81B3DA98-F90B-4D67-B083-39623DE43E24}" srcOrd="1" destOrd="0" presId="urn:microsoft.com/office/officeart/2005/8/layout/hierarchy3"/>
    <dgm:cxn modelId="{199CDEC7-C719-4510-ADC2-4D1EC9A04B28}" type="presParOf" srcId="{7A33431B-D0F0-43A5-B11D-077CF118888B}" destId="{DEA6C591-1463-4D98-A37E-721036B91A41}" srcOrd="1" destOrd="0" presId="urn:microsoft.com/office/officeart/2005/8/layout/hierarchy3"/>
    <dgm:cxn modelId="{82501E32-0CDA-4DD4-8061-A005F870440C}" type="presParOf" srcId="{DEA6C591-1463-4D98-A37E-721036B91A41}" destId="{B0B237B0-8064-49E1-91FE-E838608F3F01}" srcOrd="0" destOrd="0" presId="urn:microsoft.com/office/officeart/2005/8/layout/hierarchy3"/>
    <dgm:cxn modelId="{9A3B4C37-4301-43F2-95AC-51523D41C1F0}" type="presParOf" srcId="{B0B237B0-8064-49E1-91FE-E838608F3F01}" destId="{3419FDD3-26DD-4E88-B739-6D6D58FA277B}" srcOrd="0" destOrd="0" presId="urn:microsoft.com/office/officeart/2005/8/layout/hierarchy3"/>
    <dgm:cxn modelId="{FB74A124-7451-4A0E-9B2D-E669E46CB83B}" type="presParOf" srcId="{B0B237B0-8064-49E1-91FE-E838608F3F01}" destId="{EC783F66-1D80-49C3-A770-AE2B52B8A3BD}" srcOrd="1" destOrd="0" presId="urn:microsoft.com/office/officeart/2005/8/layout/hierarchy3"/>
    <dgm:cxn modelId="{3ED8E17A-72B0-4193-890C-1280F8D24848}" type="presParOf" srcId="{DEA6C591-1463-4D98-A37E-721036B91A41}" destId="{D4F67929-7EB8-4207-9C6C-D8F6181A2683}" srcOrd="1" destOrd="0" presId="urn:microsoft.com/office/officeart/2005/8/layout/hierarchy3"/>
    <dgm:cxn modelId="{52D2C638-1446-4757-A164-9F8383DA242C}" type="presParOf" srcId="{D4F67929-7EB8-4207-9C6C-D8F6181A2683}" destId="{8CC9A59A-893C-48A9-8EAC-89137BCA25D1}" srcOrd="0" destOrd="0" presId="urn:microsoft.com/office/officeart/2005/8/layout/hierarchy3"/>
    <dgm:cxn modelId="{36DDAA5E-F698-4100-B868-759F90407607}" type="presParOf" srcId="{D4F67929-7EB8-4207-9C6C-D8F6181A2683}" destId="{B81DC2FB-2141-45D2-9D0E-04DB95518BAB}" srcOrd="1" destOrd="0" presId="urn:microsoft.com/office/officeart/2005/8/layout/hierarchy3"/>
    <dgm:cxn modelId="{630EB52D-5321-4E4B-9A90-7706483E8C2C}" type="presParOf" srcId="{7A33431B-D0F0-43A5-B11D-077CF118888B}" destId="{3B547819-7664-4835-B51B-763ED30BFA1A}" srcOrd="2" destOrd="0" presId="urn:microsoft.com/office/officeart/2005/8/layout/hierarchy3"/>
    <dgm:cxn modelId="{2706050B-6B17-4411-98D1-45C3CDEC4720}" type="presParOf" srcId="{3B547819-7664-4835-B51B-763ED30BFA1A}" destId="{CA3EE291-E1B3-4BDD-B3B2-887177EB209A}" srcOrd="0" destOrd="0" presId="urn:microsoft.com/office/officeart/2005/8/layout/hierarchy3"/>
    <dgm:cxn modelId="{DC60C57F-589F-484C-97AB-6D237246DEB4}" type="presParOf" srcId="{CA3EE291-E1B3-4BDD-B3B2-887177EB209A}" destId="{CB399D3D-40EA-43B2-A35C-F36C27C8C203}" srcOrd="0" destOrd="0" presId="urn:microsoft.com/office/officeart/2005/8/layout/hierarchy3"/>
    <dgm:cxn modelId="{4A947A0A-ACDC-4037-8D1C-31EFDFEFBE1C}" type="presParOf" srcId="{CA3EE291-E1B3-4BDD-B3B2-887177EB209A}" destId="{D845EF1E-0FDB-4D16-A026-1956598C3ADE}" srcOrd="1" destOrd="0" presId="urn:microsoft.com/office/officeart/2005/8/layout/hierarchy3"/>
    <dgm:cxn modelId="{04E14584-0F9C-4640-BED8-326073DE0D25}" type="presParOf" srcId="{3B547819-7664-4835-B51B-763ED30BFA1A}" destId="{726B2847-D8B6-47B0-B4B3-B3845DA278DD}" srcOrd="1" destOrd="0" presId="urn:microsoft.com/office/officeart/2005/8/layout/hierarchy3"/>
    <dgm:cxn modelId="{90AE90DA-779D-4E89-BC0A-4809A2C41CFA}" type="presParOf" srcId="{726B2847-D8B6-47B0-B4B3-B3845DA278DD}" destId="{99478F4C-37B9-4BB5-BF63-57FD19796CED}" srcOrd="0" destOrd="0" presId="urn:microsoft.com/office/officeart/2005/8/layout/hierarchy3"/>
    <dgm:cxn modelId="{079E5C4A-B32D-474D-8755-99B93AD9B866}" type="presParOf" srcId="{726B2847-D8B6-47B0-B4B3-B3845DA278DD}" destId="{4899AC75-B3DE-45CD-A78F-4398434AD866}" srcOrd="1"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63C004E-C23B-48BB-83FC-D1E2A93F9D2C}" type="doc">
      <dgm:prSet loTypeId="urn:microsoft.com/office/officeart/2009/3/layout/PieProcess" loCatId="list" qsTypeId="urn:microsoft.com/office/officeart/2005/8/quickstyle/simple1" qsCatId="simple" csTypeId="urn:microsoft.com/office/officeart/2005/8/colors/colorful2" csCatId="colorful" phldr="1"/>
      <dgm:spPr/>
      <dgm:t>
        <a:bodyPr/>
        <a:lstStyle/>
        <a:p>
          <a:endParaRPr lang="en-US"/>
        </a:p>
      </dgm:t>
    </dgm:pt>
    <dgm:pt modelId="{4CF4E0A2-1A32-4ED2-8EE8-3AA0DBF30C10}">
      <dgm:prSet phldrT="[Text]" phldr="0"/>
      <dgm:spPr>
        <a:solidFill>
          <a:schemeClr val="accent2">
            <a:lumMod val="20000"/>
            <a:lumOff val="80000"/>
          </a:schemeClr>
        </a:solidFill>
      </dgm:spPr>
      <dgm:t>
        <a:bodyPr vert="horz"/>
        <a:lstStyle/>
        <a:p>
          <a:r>
            <a:rPr lang="en-US" b="1" dirty="0">
              <a:solidFill>
                <a:schemeClr val="tx2">
                  <a:lumMod val="75000"/>
                </a:schemeClr>
              </a:solidFill>
            </a:rPr>
            <a:t>💪🏻 Strengths</a:t>
          </a:r>
        </a:p>
      </dgm:t>
    </dgm:pt>
    <dgm:pt modelId="{8C04E2AE-CAB1-495B-8956-E2C16F4F7891}" type="parTrans" cxnId="{B2D70788-47C8-4DB3-9B1A-96345CBEAAE6}">
      <dgm:prSet/>
      <dgm:spPr/>
      <dgm:t>
        <a:bodyPr/>
        <a:lstStyle/>
        <a:p>
          <a:endParaRPr lang="en-US"/>
        </a:p>
      </dgm:t>
    </dgm:pt>
    <dgm:pt modelId="{EA4CFDE2-B549-43F3-BF08-DEE95FF40411}" type="sibTrans" cxnId="{B2D70788-47C8-4DB3-9B1A-96345CBEAAE6}">
      <dgm:prSet/>
      <dgm:spPr/>
      <dgm:t>
        <a:bodyPr/>
        <a:lstStyle/>
        <a:p>
          <a:endParaRPr lang="en-US"/>
        </a:p>
      </dgm:t>
    </dgm:pt>
    <dgm:pt modelId="{B89AC323-37BF-41E7-8C85-94A315F3F24D}">
      <dgm:prSet phldrT="[Text]"/>
      <dgm:spPr>
        <a:solidFill>
          <a:srgbClr val="FFFFFF"/>
        </a:solidFill>
      </dgm:spPr>
      <dgm:t>
        <a:bodyPr/>
        <a:lstStyle/>
        <a:p>
          <a:pPr>
            <a:buNone/>
          </a:pPr>
          <a:r>
            <a:rPr lang="en-US" b="0" i="0" dirty="0">
              <a:solidFill>
                <a:schemeClr val="tx2">
                  <a:lumMod val="50000"/>
                </a:schemeClr>
              </a:solidFill>
            </a:rPr>
            <a:t>Chocolate cotton candy </a:t>
          </a:r>
          <a:r>
            <a:rPr lang="en-US" b="0" i="0" dirty="0" err="1">
              <a:solidFill>
                <a:schemeClr val="tx2">
                  <a:lumMod val="50000"/>
                </a:schemeClr>
              </a:solidFill>
            </a:rPr>
            <a:t>danish</a:t>
          </a:r>
          <a:r>
            <a:rPr lang="en-US" b="0" i="0" dirty="0">
              <a:solidFill>
                <a:schemeClr val="tx2">
                  <a:lumMod val="50000"/>
                </a:schemeClr>
              </a:solidFill>
            </a:rPr>
            <a:t> cotton candy soufflé cake ice cream muffin. Sugar plum gummi bears marshmallow jelly beans powder lollipop bonbon. Jelly beans toffee soufflé </a:t>
          </a:r>
          <a:r>
            <a:rPr lang="en-US" b="0" i="0" dirty="0" err="1">
              <a:solidFill>
                <a:schemeClr val="tx2">
                  <a:lumMod val="50000"/>
                </a:schemeClr>
              </a:solidFill>
            </a:rPr>
            <a:t>soufflé</a:t>
          </a:r>
          <a:r>
            <a:rPr lang="en-US" b="0" i="0" dirty="0">
              <a:solidFill>
                <a:schemeClr val="tx2">
                  <a:lumMod val="50000"/>
                </a:schemeClr>
              </a:solidFill>
            </a:rPr>
            <a:t> candy wafer toffee.</a:t>
          </a:r>
          <a:endParaRPr lang="en-US" dirty="0">
            <a:solidFill>
              <a:schemeClr val="tx2">
                <a:lumMod val="50000"/>
              </a:schemeClr>
            </a:solidFill>
          </a:endParaRPr>
        </a:p>
      </dgm:t>
    </dgm:pt>
    <dgm:pt modelId="{2EEB8DC3-8CFA-471C-9156-76A90753DC47}" type="parTrans" cxnId="{5530DAEE-EE3E-4791-853E-3B369B05B2F1}">
      <dgm:prSet/>
      <dgm:spPr/>
      <dgm:t>
        <a:bodyPr/>
        <a:lstStyle/>
        <a:p>
          <a:endParaRPr lang="en-US"/>
        </a:p>
      </dgm:t>
    </dgm:pt>
    <dgm:pt modelId="{4AED12A9-9AB5-4408-8ADF-2AD4CB8844B4}" type="sibTrans" cxnId="{5530DAEE-EE3E-4791-853E-3B369B05B2F1}">
      <dgm:prSet/>
      <dgm:spPr/>
      <dgm:t>
        <a:bodyPr/>
        <a:lstStyle/>
        <a:p>
          <a:endParaRPr lang="en-US"/>
        </a:p>
      </dgm:t>
    </dgm:pt>
    <dgm:pt modelId="{1CD9AB9A-9DAC-4D0C-ACC5-0F3472C4C8C4}">
      <dgm:prSet phldrT="[Text]" phldr="0"/>
      <dgm:spPr>
        <a:solidFill>
          <a:srgbClr val="DBD4EC"/>
        </a:solidFill>
      </dgm:spPr>
      <dgm:t>
        <a:bodyPr/>
        <a:lstStyle/>
        <a:p>
          <a:r>
            <a:rPr lang="en-US" b="1" dirty="0">
              <a:solidFill>
                <a:schemeClr val="tx2">
                  <a:lumMod val="75000"/>
                </a:schemeClr>
              </a:solidFill>
            </a:rPr>
            <a:t>🫤 Growth areas</a:t>
          </a:r>
        </a:p>
      </dgm:t>
    </dgm:pt>
    <dgm:pt modelId="{A6947D65-4522-4AB7-B7EF-B6CD2DA6810E}" type="parTrans" cxnId="{D505D5FA-C120-457D-80BA-FCA290F66376}">
      <dgm:prSet/>
      <dgm:spPr/>
      <dgm:t>
        <a:bodyPr/>
        <a:lstStyle/>
        <a:p>
          <a:endParaRPr lang="en-US"/>
        </a:p>
      </dgm:t>
    </dgm:pt>
    <dgm:pt modelId="{A856AD5B-28B8-48B4-AFA2-8E1D0BB194EA}" type="sibTrans" cxnId="{D505D5FA-C120-457D-80BA-FCA290F66376}">
      <dgm:prSet/>
      <dgm:spPr/>
      <dgm:t>
        <a:bodyPr/>
        <a:lstStyle/>
        <a:p>
          <a:endParaRPr lang="en-US"/>
        </a:p>
      </dgm:t>
    </dgm:pt>
    <dgm:pt modelId="{3FA2834A-AA52-47B1-BB15-FE975DB0BFBA}">
      <dgm:prSet phldrT="[Text]"/>
      <dgm:spPr>
        <a:solidFill>
          <a:srgbClr val="FFFFFF"/>
        </a:solidFill>
      </dgm:spPr>
      <dgm:t>
        <a:bodyPr/>
        <a:lstStyle/>
        <a:p>
          <a:pPr>
            <a:buNone/>
          </a:pPr>
          <a:r>
            <a:rPr lang="en-US" b="0" i="0" dirty="0">
              <a:solidFill>
                <a:schemeClr val="tx2">
                  <a:lumMod val="50000"/>
                </a:schemeClr>
              </a:solidFill>
            </a:rPr>
            <a:t>Danish muffin jelly-o dragée toffee. Candy brownie macaroon </a:t>
          </a:r>
          <a:r>
            <a:rPr lang="en-US" b="0" i="0" dirty="0" err="1">
              <a:solidFill>
                <a:schemeClr val="tx2">
                  <a:lumMod val="50000"/>
                </a:schemeClr>
              </a:solidFill>
            </a:rPr>
            <a:t>danish</a:t>
          </a:r>
          <a:r>
            <a:rPr lang="en-US" b="0" i="0" dirty="0">
              <a:solidFill>
                <a:schemeClr val="tx2">
                  <a:lumMod val="50000"/>
                </a:schemeClr>
              </a:solidFill>
            </a:rPr>
            <a:t> chocolate bear claw sweet roll. Chupa </a:t>
          </a:r>
          <a:r>
            <a:rPr lang="en-US" b="0" i="0" dirty="0" err="1">
              <a:solidFill>
                <a:schemeClr val="tx2">
                  <a:lumMod val="50000"/>
                </a:schemeClr>
              </a:solidFill>
            </a:rPr>
            <a:t>chups</a:t>
          </a:r>
          <a:r>
            <a:rPr lang="en-US" b="0" i="0" dirty="0">
              <a:solidFill>
                <a:schemeClr val="tx2">
                  <a:lumMod val="50000"/>
                </a:schemeClr>
              </a:solidFill>
            </a:rPr>
            <a:t> topping </a:t>
          </a:r>
          <a:r>
            <a:rPr lang="en-US" b="0" i="0" dirty="0" err="1">
              <a:solidFill>
                <a:schemeClr val="tx2">
                  <a:lumMod val="50000"/>
                </a:schemeClr>
              </a:solidFill>
            </a:rPr>
            <a:t>chupa</a:t>
          </a:r>
          <a:r>
            <a:rPr lang="en-US" b="0" i="0" dirty="0">
              <a:solidFill>
                <a:schemeClr val="tx2">
                  <a:lumMod val="50000"/>
                </a:schemeClr>
              </a:solidFill>
            </a:rPr>
            <a:t> </a:t>
          </a:r>
          <a:r>
            <a:rPr lang="en-US" b="0" i="0" dirty="0" err="1">
              <a:solidFill>
                <a:schemeClr val="tx2">
                  <a:lumMod val="50000"/>
                </a:schemeClr>
              </a:solidFill>
            </a:rPr>
            <a:t>chups</a:t>
          </a:r>
          <a:r>
            <a:rPr lang="en-US" b="0" i="0" dirty="0">
              <a:solidFill>
                <a:schemeClr val="tx2">
                  <a:lumMod val="50000"/>
                </a:schemeClr>
              </a:solidFill>
            </a:rPr>
            <a:t> oat cake pie. Toffee gummi bears soufflé fruitcake </a:t>
          </a:r>
          <a:r>
            <a:rPr lang="en-US" b="0" i="0" dirty="0" err="1">
              <a:solidFill>
                <a:schemeClr val="tx2">
                  <a:lumMod val="50000"/>
                </a:schemeClr>
              </a:solidFill>
            </a:rPr>
            <a:t>liquorice</a:t>
          </a:r>
          <a:r>
            <a:rPr lang="en-US" b="0" i="0" dirty="0">
              <a:solidFill>
                <a:schemeClr val="tx2">
                  <a:lumMod val="50000"/>
                </a:schemeClr>
              </a:solidFill>
            </a:rPr>
            <a:t>.</a:t>
          </a:r>
          <a:endParaRPr lang="en-US" dirty="0">
            <a:solidFill>
              <a:schemeClr val="tx2">
                <a:lumMod val="50000"/>
              </a:schemeClr>
            </a:solidFill>
          </a:endParaRPr>
        </a:p>
      </dgm:t>
    </dgm:pt>
    <dgm:pt modelId="{11B691B6-1F7C-4ECD-8352-B0326A16A3D3}" type="parTrans" cxnId="{BD74A16C-2ED1-4A85-A421-39916B103AC3}">
      <dgm:prSet/>
      <dgm:spPr/>
      <dgm:t>
        <a:bodyPr/>
        <a:lstStyle/>
        <a:p>
          <a:endParaRPr lang="en-US"/>
        </a:p>
      </dgm:t>
    </dgm:pt>
    <dgm:pt modelId="{8C15A0DF-4F20-4018-B68C-9DF0CB2F9B6A}" type="sibTrans" cxnId="{BD74A16C-2ED1-4A85-A421-39916B103AC3}">
      <dgm:prSet/>
      <dgm:spPr/>
      <dgm:t>
        <a:bodyPr/>
        <a:lstStyle/>
        <a:p>
          <a:endParaRPr lang="en-US"/>
        </a:p>
      </dgm:t>
    </dgm:pt>
    <dgm:pt modelId="{EE81DE11-332A-457C-9410-F21264DF25E1}">
      <dgm:prSet phldrT="[Text]" phldr="0"/>
      <dgm:spPr>
        <a:solidFill>
          <a:schemeClr val="accent3">
            <a:lumMod val="20000"/>
            <a:lumOff val="80000"/>
          </a:schemeClr>
        </a:solidFill>
      </dgm:spPr>
      <dgm:t>
        <a:bodyPr/>
        <a:lstStyle/>
        <a:p>
          <a:r>
            <a:rPr lang="en-US" b="1" dirty="0">
              <a:solidFill>
                <a:schemeClr val="tx2">
                  <a:lumMod val="50000"/>
                </a:schemeClr>
              </a:solidFill>
            </a:rPr>
            <a:t> 🎯Goals</a:t>
          </a:r>
        </a:p>
      </dgm:t>
    </dgm:pt>
    <dgm:pt modelId="{170A8AAD-0236-45E7-A639-CDDEBD01226C}" type="parTrans" cxnId="{C4BB5633-1267-428A-8501-4F8C90B362E4}">
      <dgm:prSet/>
      <dgm:spPr/>
      <dgm:t>
        <a:bodyPr/>
        <a:lstStyle/>
        <a:p>
          <a:endParaRPr lang="en-US"/>
        </a:p>
      </dgm:t>
    </dgm:pt>
    <dgm:pt modelId="{E8B759AB-FA7B-45A0-8BE9-E0AE0EE01A40}" type="sibTrans" cxnId="{C4BB5633-1267-428A-8501-4F8C90B362E4}">
      <dgm:prSet/>
      <dgm:spPr/>
      <dgm:t>
        <a:bodyPr/>
        <a:lstStyle/>
        <a:p>
          <a:endParaRPr lang="en-US"/>
        </a:p>
      </dgm:t>
    </dgm:pt>
    <dgm:pt modelId="{6F0F6ACF-7CFC-4ED0-B3D5-5E650B4EFA9D}">
      <dgm:prSet phldrT="[Text]"/>
      <dgm:spPr>
        <a:solidFill>
          <a:srgbClr val="FFFFFF"/>
        </a:solidFill>
      </dgm:spPr>
      <dgm:t>
        <a:bodyPr/>
        <a:lstStyle/>
        <a:p>
          <a:pPr>
            <a:buFont typeface="Arial" panose="020B0604020202020204" pitchFamily="34" charset="0"/>
            <a:buNone/>
          </a:pPr>
          <a:r>
            <a:rPr lang="en-US" b="0" i="0" dirty="0">
              <a:solidFill>
                <a:schemeClr val="tx2">
                  <a:lumMod val="50000"/>
                </a:schemeClr>
              </a:solidFill>
            </a:rPr>
            <a:t>Shortbread candy soufflé wafer cheesecake muffin.</a:t>
          </a:r>
        </a:p>
        <a:p>
          <a:pPr>
            <a:buFont typeface="Arial" panose="020B0604020202020204" pitchFamily="34" charset="0"/>
            <a:buNone/>
          </a:pPr>
          <a:r>
            <a:rPr lang="en-US" b="0" i="0" dirty="0">
              <a:solidFill>
                <a:schemeClr val="tx2">
                  <a:lumMod val="50000"/>
                </a:schemeClr>
              </a:solidFill>
            </a:rPr>
            <a:t>Chocolate cake jujubes lollipop jelly icing candy canes chocolate caramels biscuit. Cake fruitcake pie candy canes donut.</a:t>
          </a:r>
          <a:endParaRPr lang="en-US" dirty="0">
            <a:solidFill>
              <a:schemeClr val="tx2">
                <a:lumMod val="50000"/>
              </a:schemeClr>
            </a:solidFill>
          </a:endParaRPr>
        </a:p>
      </dgm:t>
    </dgm:pt>
    <dgm:pt modelId="{986CD1C1-B633-492C-9F56-3F4B53902126}" type="parTrans" cxnId="{EED3C7F8-F28C-42AD-B5A5-97080861DFD9}">
      <dgm:prSet/>
      <dgm:spPr/>
      <dgm:t>
        <a:bodyPr/>
        <a:lstStyle/>
        <a:p>
          <a:endParaRPr lang="en-US"/>
        </a:p>
      </dgm:t>
    </dgm:pt>
    <dgm:pt modelId="{DBDFBB52-F6F2-4091-A881-F424DA70A8FB}" type="sibTrans" cxnId="{EED3C7F8-F28C-42AD-B5A5-97080861DFD9}">
      <dgm:prSet/>
      <dgm:spPr/>
      <dgm:t>
        <a:bodyPr/>
        <a:lstStyle/>
        <a:p>
          <a:endParaRPr lang="en-US"/>
        </a:p>
      </dgm:t>
    </dgm:pt>
    <dgm:pt modelId="{2CB596AF-9B37-454D-89D7-FA4B7A210B91}">
      <dgm:prSet/>
      <dgm:spPr>
        <a:solidFill>
          <a:srgbClr val="FFFFFF"/>
        </a:solidFill>
      </dgm:spPr>
      <dgm:t>
        <a:bodyPr/>
        <a:lstStyle/>
        <a:p>
          <a:pPr>
            <a:buNone/>
          </a:pPr>
          <a:endParaRPr lang="en-US" dirty="0"/>
        </a:p>
      </dgm:t>
    </dgm:pt>
    <dgm:pt modelId="{02ED0F13-AFBE-40E1-B09D-004E6BD5E4ED}" type="parTrans" cxnId="{BFF3116F-8444-44C2-82E1-2468BB3616DB}">
      <dgm:prSet/>
      <dgm:spPr/>
      <dgm:t>
        <a:bodyPr/>
        <a:lstStyle/>
        <a:p>
          <a:endParaRPr lang="en-US"/>
        </a:p>
      </dgm:t>
    </dgm:pt>
    <dgm:pt modelId="{E869FE6C-38A8-4DED-A021-5ED7426BDE57}" type="sibTrans" cxnId="{BFF3116F-8444-44C2-82E1-2468BB3616DB}">
      <dgm:prSet/>
      <dgm:spPr/>
      <dgm:t>
        <a:bodyPr/>
        <a:lstStyle/>
        <a:p>
          <a:endParaRPr lang="en-US"/>
        </a:p>
      </dgm:t>
    </dgm:pt>
    <dgm:pt modelId="{BD085FD3-769D-4F9D-86DB-13134590FD95}" type="pres">
      <dgm:prSet presAssocID="{D63C004E-C23B-48BB-83FC-D1E2A93F9D2C}" presName="Name0" presStyleCnt="0">
        <dgm:presLayoutVars>
          <dgm:chMax val="7"/>
          <dgm:chPref val="7"/>
          <dgm:dir/>
          <dgm:animOne val="branch"/>
          <dgm:animLvl val="lvl"/>
        </dgm:presLayoutVars>
      </dgm:prSet>
      <dgm:spPr/>
    </dgm:pt>
    <dgm:pt modelId="{8F54CA03-27F1-4D14-A228-8542933FFE0B}" type="pres">
      <dgm:prSet presAssocID="{4CF4E0A2-1A32-4ED2-8EE8-3AA0DBF30C10}" presName="ParentComposite" presStyleCnt="0"/>
      <dgm:spPr/>
    </dgm:pt>
    <dgm:pt modelId="{AECF8105-9214-4752-8A3B-F9467E8BBC8A}" type="pres">
      <dgm:prSet presAssocID="{4CF4E0A2-1A32-4ED2-8EE8-3AA0DBF30C10}" presName="Chord" presStyleLbl="bgShp" presStyleIdx="0" presStyleCnt="3"/>
      <dgm:spPr/>
    </dgm:pt>
    <dgm:pt modelId="{91C7B2FE-584D-4A02-8661-05577D6ACE96}" type="pres">
      <dgm:prSet presAssocID="{4CF4E0A2-1A32-4ED2-8EE8-3AA0DBF30C10}" presName="Pie" presStyleLbl="alignNode1" presStyleIdx="0" presStyleCnt="3"/>
      <dgm:spPr/>
    </dgm:pt>
    <dgm:pt modelId="{56E71A37-51FF-4E6A-BAEF-E4A41EB50ACE}" type="pres">
      <dgm:prSet presAssocID="{4CF4E0A2-1A32-4ED2-8EE8-3AA0DBF30C10}" presName="Parent" presStyleLbl="revTx" presStyleIdx="0" presStyleCnt="6">
        <dgm:presLayoutVars>
          <dgm:chMax val="1"/>
          <dgm:chPref val="1"/>
          <dgm:bulletEnabled val="1"/>
        </dgm:presLayoutVars>
      </dgm:prSet>
      <dgm:spPr/>
    </dgm:pt>
    <dgm:pt modelId="{9B56C28A-7069-40A4-A865-9003600DB934}" type="pres">
      <dgm:prSet presAssocID="{4AED12A9-9AB5-4408-8ADF-2AD4CB8844B4}" presName="negSibTrans" presStyleCnt="0"/>
      <dgm:spPr/>
    </dgm:pt>
    <dgm:pt modelId="{DCA2CB7B-4CC8-4148-97BE-0920C05BC172}" type="pres">
      <dgm:prSet presAssocID="{4CF4E0A2-1A32-4ED2-8EE8-3AA0DBF30C10}" presName="composite" presStyleCnt="0"/>
      <dgm:spPr/>
    </dgm:pt>
    <dgm:pt modelId="{5B75236A-96B9-45F1-82B2-11ACD5E294AB}" type="pres">
      <dgm:prSet presAssocID="{4CF4E0A2-1A32-4ED2-8EE8-3AA0DBF30C10}" presName="Child" presStyleLbl="revTx" presStyleIdx="1" presStyleCnt="6">
        <dgm:presLayoutVars>
          <dgm:chMax val="0"/>
          <dgm:chPref val="0"/>
          <dgm:bulletEnabled val="1"/>
        </dgm:presLayoutVars>
      </dgm:prSet>
      <dgm:spPr/>
    </dgm:pt>
    <dgm:pt modelId="{4719F56E-10F7-4F11-A0EF-F9C0213C8D65}" type="pres">
      <dgm:prSet presAssocID="{EA4CFDE2-B549-43F3-BF08-DEE95FF40411}" presName="sibTrans" presStyleCnt="0"/>
      <dgm:spPr/>
    </dgm:pt>
    <dgm:pt modelId="{E29C8287-22FF-4CD0-8856-07B687D84BBA}" type="pres">
      <dgm:prSet presAssocID="{1CD9AB9A-9DAC-4D0C-ACC5-0F3472C4C8C4}" presName="ParentComposite" presStyleCnt="0"/>
      <dgm:spPr/>
    </dgm:pt>
    <dgm:pt modelId="{24EEE86D-84EA-4189-AF96-42B9E6516F81}" type="pres">
      <dgm:prSet presAssocID="{1CD9AB9A-9DAC-4D0C-ACC5-0F3472C4C8C4}" presName="Chord" presStyleLbl="bgShp" presStyleIdx="1" presStyleCnt="3"/>
      <dgm:spPr/>
    </dgm:pt>
    <dgm:pt modelId="{0024B579-6375-4CF5-8A5E-9406E987DED0}" type="pres">
      <dgm:prSet presAssocID="{1CD9AB9A-9DAC-4D0C-ACC5-0F3472C4C8C4}" presName="Pie" presStyleLbl="alignNode1" presStyleIdx="1" presStyleCnt="3"/>
      <dgm:spPr/>
    </dgm:pt>
    <dgm:pt modelId="{48DA8947-7939-4F54-95CB-714528E33E0A}" type="pres">
      <dgm:prSet presAssocID="{1CD9AB9A-9DAC-4D0C-ACC5-0F3472C4C8C4}" presName="Parent" presStyleLbl="revTx" presStyleIdx="2" presStyleCnt="6">
        <dgm:presLayoutVars>
          <dgm:chMax val="1"/>
          <dgm:chPref val="1"/>
          <dgm:bulletEnabled val="1"/>
        </dgm:presLayoutVars>
      </dgm:prSet>
      <dgm:spPr/>
    </dgm:pt>
    <dgm:pt modelId="{F5AD4863-5EDF-4FE0-ABD7-5A33103C11BA}" type="pres">
      <dgm:prSet presAssocID="{8C15A0DF-4F20-4018-B68C-9DF0CB2F9B6A}" presName="negSibTrans" presStyleCnt="0"/>
      <dgm:spPr/>
    </dgm:pt>
    <dgm:pt modelId="{4E32C3ED-2F97-4577-A0E8-738E7227E394}" type="pres">
      <dgm:prSet presAssocID="{1CD9AB9A-9DAC-4D0C-ACC5-0F3472C4C8C4}" presName="composite" presStyleCnt="0"/>
      <dgm:spPr/>
    </dgm:pt>
    <dgm:pt modelId="{23D4E1E8-D654-4AAD-98CA-0C07D36D7161}" type="pres">
      <dgm:prSet presAssocID="{1CD9AB9A-9DAC-4D0C-ACC5-0F3472C4C8C4}" presName="Child" presStyleLbl="revTx" presStyleIdx="3" presStyleCnt="6">
        <dgm:presLayoutVars>
          <dgm:chMax val="0"/>
          <dgm:chPref val="0"/>
          <dgm:bulletEnabled val="1"/>
        </dgm:presLayoutVars>
      </dgm:prSet>
      <dgm:spPr/>
    </dgm:pt>
    <dgm:pt modelId="{979A2456-3F27-4AE5-ADC8-D6532A0DE713}" type="pres">
      <dgm:prSet presAssocID="{A856AD5B-28B8-48B4-AFA2-8E1D0BB194EA}" presName="sibTrans" presStyleCnt="0"/>
      <dgm:spPr/>
    </dgm:pt>
    <dgm:pt modelId="{BAAE69A6-6C23-4282-9F37-8BF63B2E3545}" type="pres">
      <dgm:prSet presAssocID="{EE81DE11-332A-457C-9410-F21264DF25E1}" presName="ParentComposite" presStyleCnt="0"/>
      <dgm:spPr/>
    </dgm:pt>
    <dgm:pt modelId="{41AFE674-3C2C-4C6A-9148-8BA5419173AF}" type="pres">
      <dgm:prSet presAssocID="{EE81DE11-332A-457C-9410-F21264DF25E1}" presName="Chord" presStyleLbl="bgShp" presStyleIdx="2" presStyleCnt="3"/>
      <dgm:spPr/>
    </dgm:pt>
    <dgm:pt modelId="{FE6A31BC-BF02-45E3-A861-4E38054AF4BC}" type="pres">
      <dgm:prSet presAssocID="{EE81DE11-332A-457C-9410-F21264DF25E1}" presName="Pie" presStyleLbl="alignNode1" presStyleIdx="2" presStyleCnt="3"/>
      <dgm:spPr/>
    </dgm:pt>
    <dgm:pt modelId="{B7FF7C10-C106-4ED0-B638-613AC81E0B81}" type="pres">
      <dgm:prSet presAssocID="{EE81DE11-332A-457C-9410-F21264DF25E1}" presName="Parent" presStyleLbl="revTx" presStyleIdx="4" presStyleCnt="6">
        <dgm:presLayoutVars>
          <dgm:chMax val="1"/>
          <dgm:chPref val="1"/>
          <dgm:bulletEnabled val="1"/>
        </dgm:presLayoutVars>
      </dgm:prSet>
      <dgm:spPr/>
    </dgm:pt>
    <dgm:pt modelId="{D6B15682-8AA6-4905-941F-54644E864724}" type="pres">
      <dgm:prSet presAssocID="{DBDFBB52-F6F2-4091-A881-F424DA70A8FB}" presName="negSibTrans" presStyleCnt="0"/>
      <dgm:spPr/>
    </dgm:pt>
    <dgm:pt modelId="{4B0F7F2F-7FA3-4B94-B475-B70CACC2479E}" type="pres">
      <dgm:prSet presAssocID="{EE81DE11-332A-457C-9410-F21264DF25E1}" presName="composite" presStyleCnt="0"/>
      <dgm:spPr/>
    </dgm:pt>
    <dgm:pt modelId="{A8EB68C4-3F88-45E8-AB44-73F485D985F6}" type="pres">
      <dgm:prSet presAssocID="{EE81DE11-332A-457C-9410-F21264DF25E1}" presName="Child" presStyleLbl="revTx" presStyleIdx="5" presStyleCnt="6">
        <dgm:presLayoutVars>
          <dgm:chMax val="0"/>
          <dgm:chPref val="0"/>
          <dgm:bulletEnabled val="1"/>
        </dgm:presLayoutVars>
      </dgm:prSet>
      <dgm:spPr/>
    </dgm:pt>
  </dgm:ptLst>
  <dgm:cxnLst>
    <dgm:cxn modelId="{46482F11-CC1B-4A4F-9669-D70580DB1273}" type="presOf" srcId="{6F0F6ACF-7CFC-4ED0-B3D5-5E650B4EFA9D}" destId="{A8EB68C4-3F88-45E8-AB44-73F485D985F6}" srcOrd="0" destOrd="0" presId="urn:microsoft.com/office/officeart/2009/3/layout/PieProcess"/>
    <dgm:cxn modelId="{C4BB5633-1267-428A-8501-4F8C90B362E4}" srcId="{D63C004E-C23B-48BB-83FC-D1E2A93F9D2C}" destId="{EE81DE11-332A-457C-9410-F21264DF25E1}" srcOrd="2" destOrd="0" parTransId="{170A8AAD-0236-45E7-A639-CDDEBD01226C}" sibTransId="{E8B759AB-FA7B-45A0-8BE9-E0AE0EE01A40}"/>
    <dgm:cxn modelId="{38DE2E3E-C7AB-4A62-828E-4818683A76D0}" type="presOf" srcId="{2CB596AF-9B37-454D-89D7-FA4B7A210B91}" destId="{A8EB68C4-3F88-45E8-AB44-73F485D985F6}" srcOrd="0" destOrd="1" presId="urn:microsoft.com/office/officeart/2009/3/layout/PieProcess"/>
    <dgm:cxn modelId="{9504EF3E-3168-4B96-A45A-392C521C8868}" type="presOf" srcId="{3FA2834A-AA52-47B1-BB15-FE975DB0BFBA}" destId="{23D4E1E8-D654-4AAD-98CA-0C07D36D7161}" srcOrd="0" destOrd="0" presId="urn:microsoft.com/office/officeart/2009/3/layout/PieProcess"/>
    <dgm:cxn modelId="{6B30B24A-508A-4FCC-AF11-07B3131EE04C}" type="presOf" srcId="{EE81DE11-332A-457C-9410-F21264DF25E1}" destId="{B7FF7C10-C106-4ED0-B638-613AC81E0B81}" srcOrd="0" destOrd="0" presId="urn:microsoft.com/office/officeart/2009/3/layout/PieProcess"/>
    <dgm:cxn modelId="{BD74A16C-2ED1-4A85-A421-39916B103AC3}" srcId="{1CD9AB9A-9DAC-4D0C-ACC5-0F3472C4C8C4}" destId="{3FA2834A-AA52-47B1-BB15-FE975DB0BFBA}" srcOrd="0" destOrd="0" parTransId="{11B691B6-1F7C-4ECD-8352-B0326A16A3D3}" sibTransId="{8C15A0DF-4F20-4018-B68C-9DF0CB2F9B6A}"/>
    <dgm:cxn modelId="{BFF3116F-8444-44C2-82E1-2468BB3616DB}" srcId="{EE81DE11-332A-457C-9410-F21264DF25E1}" destId="{2CB596AF-9B37-454D-89D7-FA4B7A210B91}" srcOrd="1" destOrd="0" parTransId="{02ED0F13-AFBE-40E1-B09D-004E6BD5E4ED}" sibTransId="{E869FE6C-38A8-4DED-A021-5ED7426BDE57}"/>
    <dgm:cxn modelId="{CA51325A-1975-43D6-B5F2-0A31C2F71DCA}" type="presOf" srcId="{1CD9AB9A-9DAC-4D0C-ACC5-0F3472C4C8C4}" destId="{48DA8947-7939-4F54-95CB-714528E33E0A}" srcOrd="0" destOrd="0" presId="urn:microsoft.com/office/officeart/2009/3/layout/PieProcess"/>
    <dgm:cxn modelId="{B2D70788-47C8-4DB3-9B1A-96345CBEAAE6}" srcId="{D63C004E-C23B-48BB-83FC-D1E2A93F9D2C}" destId="{4CF4E0A2-1A32-4ED2-8EE8-3AA0DBF30C10}" srcOrd="0" destOrd="0" parTransId="{8C04E2AE-CAB1-495B-8956-E2C16F4F7891}" sibTransId="{EA4CFDE2-B549-43F3-BF08-DEE95FF40411}"/>
    <dgm:cxn modelId="{645CF493-9120-4CA2-9F80-2158C9411708}" type="presOf" srcId="{B89AC323-37BF-41E7-8C85-94A315F3F24D}" destId="{5B75236A-96B9-45F1-82B2-11ACD5E294AB}" srcOrd="0" destOrd="0" presId="urn:microsoft.com/office/officeart/2009/3/layout/PieProcess"/>
    <dgm:cxn modelId="{D9E32AD6-117F-4FFF-AFCD-9F4A39F673A1}" type="presOf" srcId="{4CF4E0A2-1A32-4ED2-8EE8-3AA0DBF30C10}" destId="{56E71A37-51FF-4E6A-BAEF-E4A41EB50ACE}" srcOrd="0" destOrd="0" presId="urn:microsoft.com/office/officeart/2009/3/layout/PieProcess"/>
    <dgm:cxn modelId="{5530DAEE-EE3E-4791-853E-3B369B05B2F1}" srcId="{4CF4E0A2-1A32-4ED2-8EE8-3AA0DBF30C10}" destId="{B89AC323-37BF-41E7-8C85-94A315F3F24D}" srcOrd="0" destOrd="0" parTransId="{2EEB8DC3-8CFA-471C-9156-76A90753DC47}" sibTransId="{4AED12A9-9AB5-4408-8ADF-2AD4CB8844B4}"/>
    <dgm:cxn modelId="{610E69F0-9E19-43A3-9918-AD2ED7AE8D85}" type="presOf" srcId="{D63C004E-C23B-48BB-83FC-D1E2A93F9D2C}" destId="{BD085FD3-769D-4F9D-86DB-13134590FD95}" srcOrd="0" destOrd="0" presId="urn:microsoft.com/office/officeart/2009/3/layout/PieProcess"/>
    <dgm:cxn modelId="{EED3C7F8-F28C-42AD-B5A5-97080861DFD9}" srcId="{EE81DE11-332A-457C-9410-F21264DF25E1}" destId="{6F0F6ACF-7CFC-4ED0-B3D5-5E650B4EFA9D}" srcOrd="0" destOrd="0" parTransId="{986CD1C1-B633-492C-9F56-3F4B53902126}" sibTransId="{DBDFBB52-F6F2-4091-A881-F424DA70A8FB}"/>
    <dgm:cxn modelId="{D505D5FA-C120-457D-80BA-FCA290F66376}" srcId="{D63C004E-C23B-48BB-83FC-D1E2A93F9D2C}" destId="{1CD9AB9A-9DAC-4D0C-ACC5-0F3472C4C8C4}" srcOrd="1" destOrd="0" parTransId="{A6947D65-4522-4AB7-B7EF-B6CD2DA6810E}" sibTransId="{A856AD5B-28B8-48B4-AFA2-8E1D0BB194EA}"/>
    <dgm:cxn modelId="{016C86CC-DDBD-422B-BDF6-C7778BA25E2F}" type="presParOf" srcId="{BD085FD3-769D-4F9D-86DB-13134590FD95}" destId="{8F54CA03-27F1-4D14-A228-8542933FFE0B}" srcOrd="0" destOrd="0" presId="urn:microsoft.com/office/officeart/2009/3/layout/PieProcess"/>
    <dgm:cxn modelId="{99F551FF-8E67-4CDA-B6F0-758B2101954F}" type="presParOf" srcId="{8F54CA03-27F1-4D14-A228-8542933FFE0B}" destId="{AECF8105-9214-4752-8A3B-F9467E8BBC8A}" srcOrd="0" destOrd="0" presId="urn:microsoft.com/office/officeart/2009/3/layout/PieProcess"/>
    <dgm:cxn modelId="{0555F1BE-F009-4514-89CD-46F3FDA107D2}" type="presParOf" srcId="{8F54CA03-27F1-4D14-A228-8542933FFE0B}" destId="{91C7B2FE-584D-4A02-8661-05577D6ACE96}" srcOrd="1" destOrd="0" presId="urn:microsoft.com/office/officeart/2009/3/layout/PieProcess"/>
    <dgm:cxn modelId="{4A8B7F6F-F897-413C-A69B-F422187939A1}" type="presParOf" srcId="{8F54CA03-27F1-4D14-A228-8542933FFE0B}" destId="{56E71A37-51FF-4E6A-BAEF-E4A41EB50ACE}" srcOrd="2" destOrd="0" presId="urn:microsoft.com/office/officeart/2009/3/layout/PieProcess"/>
    <dgm:cxn modelId="{582069B6-31F6-47BA-84B8-AD44C8942C4F}" type="presParOf" srcId="{BD085FD3-769D-4F9D-86DB-13134590FD95}" destId="{9B56C28A-7069-40A4-A865-9003600DB934}" srcOrd="1" destOrd="0" presId="urn:microsoft.com/office/officeart/2009/3/layout/PieProcess"/>
    <dgm:cxn modelId="{5A1D7B57-D70F-4F3C-B8A3-B41E7375001B}" type="presParOf" srcId="{BD085FD3-769D-4F9D-86DB-13134590FD95}" destId="{DCA2CB7B-4CC8-4148-97BE-0920C05BC172}" srcOrd="2" destOrd="0" presId="urn:microsoft.com/office/officeart/2009/3/layout/PieProcess"/>
    <dgm:cxn modelId="{63D137C7-F168-4031-9D32-3A56796717FF}" type="presParOf" srcId="{DCA2CB7B-4CC8-4148-97BE-0920C05BC172}" destId="{5B75236A-96B9-45F1-82B2-11ACD5E294AB}" srcOrd="0" destOrd="0" presId="urn:microsoft.com/office/officeart/2009/3/layout/PieProcess"/>
    <dgm:cxn modelId="{56DE6606-4643-4148-9FEC-C6EAD6FDCC54}" type="presParOf" srcId="{BD085FD3-769D-4F9D-86DB-13134590FD95}" destId="{4719F56E-10F7-4F11-A0EF-F9C0213C8D65}" srcOrd="3" destOrd="0" presId="urn:microsoft.com/office/officeart/2009/3/layout/PieProcess"/>
    <dgm:cxn modelId="{BE9189AD-7F6B-46FB-A716-6262B094B59C}" type="presParOf" srcId="{BD085FD3-769D-4F9D-86DB-13134590FD95}" destId="{E29C8287-22FF-4CD0-8856-07B687D84BBA}" srcOrd="4" destOrd="0" presId="urn:microsoft.com/office/officeart/2009/3/layout/PieProcess"/>
    <dgm:cxn modelId="{EBAE3D72-22F1-4DC5-8327-EBAC58BAA745}" type="presParOf" srcId="{E29C8287-22FF-4CD0-8856-07B687D84BBA}" destId="{24EEE86D-84EA-4189-AF96-42B9E6516F81}" srcOrd="0" destOrd="0" presId="urn:microsoft.com/office/officeart/2009/3/layout/PieProcess"/>
    <dgm:cxn modelId="{A9A87D3F-E5B5-420D-8030-350451C84635}" type="presParOf" srcId="{E29C8287-22FF-4CD0-8856-07B687D84BBA}" destId="{0024B579-6375-4CF5-8A5E-9406E987DED0}" srcOrd="1" destOrd="0" presId="urn:microsoft.com/office/officeart/2009/3/layout/PieProcess"/>
    <dgm:cxn modelId="{673ACD05-1AC1-4E79-A65A-393A0F26F4F6}" type="presParOf" srcId="{E29C8287-22FF-4CD0-8856-07B687D84BBA}" destId="{48DA8947-7939-4F54-95CB-714528E33E0A}" srcOrd="2" destOrd="0" presId="urn:microsoft.com/office/officeart/2009/3/layout/PieProcess"/>
    <dgm:cxn modelId="{6DF61849-3370-448E-BA80-8B8E5185E260}" type="presParOf" srcId="{BD085FD3-769D-4F9D-86DB-13134590FD95}" destId="{F5AD4863-5EDF-4FE0-ABD7-5A33103C11BA}" srcOrd="5" destOrd="0" presId="urn:microsoft.com/office/officeart/2009/3/layout/PieProcess"/>
    <dgm:cxn modelId="{9727E292-1441-4D66-A237-642E3A28EEEA}" type="presParOf" srcId="{BD085FD3-769D-4F9D-86DB-13134590FD95}" destId="{4E32C3ED-2F97-4577-A0E8-738E7227E394}" srcOrd="6" destOrd="0" presId="urn:microsoft.com/office/officeart/2009/3/layout/PieProcess"/>
    <dgm:cxn modelId="{68BA7AF8-AB4F-4548-AB20-C8B31ABC52B4}" type="presParOf" srcId="{4E32C3ED-2F97-4577-A0E8-738E7227E394}" destId="{23D4E1E8-D654-4AAD-98CA-0C07D36D7161}" srcOrd="0" destOrd="0" presId="urn:microsoft.com/office/officeart/2009/3/layout/PieProcess"/>
    <dgm:cxn modelId="{C581136D-B6A0-426C-AD06-F576A476212E}" type="presParOf" srcId="{BD085FD3-769D-4F9D-86DB-13134590FD95}" destId="{979A2456-3F27-4AE5-ADC8-D6532A0DE713}" srcOrd="7" destOrd="0" presId="urn:microsoft.com/office/officeart/2009/3/layout/PieProcess"/>
    <dgm:cxn modelId="{5806DB88-9C58-41B8-B144-29DFB3E09FB8}" type="presParOf" srcId="{BD085FD3-769D-4F9D-86DB-13134590FD95}" destId="{BAAE69A6-6C23-4282-9F37-8BF63B2E3545}" srcOrd="8" destOrd="0" presId="urn:microsoft.com/office/officeart/2009/3/layout/PieProcess"/>
    <dgm:cxn modelId="{0B54168B-7C2A-4BF2-A7D5-3B1B112681B0}" type="presParOf" srcId="{BAAE69A6-6C23-4282-9F37-8BF63B2E3545}" destId="{41AFE674-3C2C-4C6A-9148-8BA5419173AF}" srcOrd="0" destOrd="0" presId="urn:microsoft.com/office/officeart/2009/3/layout/PieProcess"/>
    <dgm:cxn modelId="{7526712D-BE2E-4E5E-BC0F-1A28DEB17732}" type="presParOf" srcId="{BAAE69A6-6C23-4282-9F37-8BF63B2E3545}" destId="{FE6A31BC-BF02-45E3-A861-4E38054AF4BC}" srcOrd="1" destOrd="0" presId="urn:microsoft.com/office/officeart/2009/3/layout/PieProcess"/>
    <dgm:cxn modelId="{6E433E4B-6127-4B33-835F-0BBCF5157E0F}" type="presParOf" srcId="{BAAE69A6-6C23-4282-9F37-8BF63B2E3545}" destId="{B7FF7C10-C106-4ED0-B638-613AC81E0B81}" srcOrd="2" destOrd="0" presId="urn:microsoft.com/office/officeart/2009/3/layout/PieProcess"/>
    <dgm:cxn modelId="{D193EB6B-950F-4750-938F-77207E2B0F53}" type="presParOf" srcId="{BD085FD3-769D-4F9D-86DB-13134590FD95}" destId="{D6B15682-8AA6-4905-941F-54644E864724}" srcOrd="9" destOrd="0" presId="urn:microsoft.com/office/officeart/2009/3/layout/PieProcess"/>
    <dgm:cxn modelId="{E433E5E9-9FC6-473D-AED8-DBD33AF7AB5E}" type="presParOf" srcId="{BD085FD3-769D-4F9D-86DB-13134590FD95}" destId="{4B0F7F2F-7FA3-4B94-B475-B70CACC2479E}" srcOrd="10" destOrd="0" presId="urn:microsoft.com/office/officeart/2009/3/layout/PieProcess"/>
    <dgm:cxn modelId="{499F34DC-0F4A-4E77-9DA2-FFEE269F2CBE}" type="presParOf" srcId="{4B0F7F2F-7FA3-4B94-B475-B70CACC2479E}" destId="{A8EB68C4-3F88-45E8-AB44-73F485D985F6}" srcOrd="0" destOrd="0" presId="urn:microsoft.com/office/officeart/2009/3/layout/PieProcess"/>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DDD29F-63A0-4B7C-A036-9CCB36301118}" type="doc">
      <dgm:prSet loTypeId="urn:microsoft.com/office/officeart/2016/7/layout/BasicLinearProcessNumbered" loCatId="process" qsTypeId="urn:microsoft.com/office/officeart/2005/8/quickstyle/simple1" qsCatId="simple" csTypeId="urn:microsoft.com/office/officeart/2005/8/colors/colorful1" csCatId="colorful"/>
      <dgm:spPr/>
      <dgm:t>
        <a:bodyPr/>
        <a:lstStyle/>
        <a:p>
          <a:endParaRPr lang="en-US"/>
        </a:p>
      </dgm:t>
    </dgm:pt>
    <dgm:pt modelId="{297F0BE5-FE46-4CC3-989C-69B7CE05E609}">
      <dgm:prSet/>
      <dgm:spPr/>
      <dgm:t>
        <a:bodyPr/>
        <a:lstStyle/>
        <a:p>
          <a:r>
            <a:rPr lang="en-US" b="1" dirty="0">
              <a:solidFill>
                <a:schemeClr val="accent3"/>
              </a:solidFill>
            </a:rPr>
            <a:t>Accounts</a:t>
          </a:r>
          <a:r>
            <a:rPr lang="en-US" dirty="0"/>
            <a:t>: Expand use of two-factor authentication beyond banking and school accounts to online shopping</a:t>
          </a:r>
        </a:p>
      </dgm:t>
    </dgm:pt>
    <dgm:pt modelId="{8CEF5CE6-53F3-458A-954F-F0C3BD35ECCE}" type="parTrans" cxnId="{997D600A-574B-4FAE-A8BC-DCB2D3DEFC93}">
      <dgm:prSet/>
      <dgm:spPr/>
      <dgm:t>
        <a:bodyPr/>
        <a:lstStyle/>
        <a:p>
          <a:endParaRPr lang="en-US"/>
        </a:p>
      </dgm:t>
    </dgm:pt>
    <dgm:pt modelId="{A26C6354-2C7F-40FA-AA49-B7569275F83A}" type="sibTrans" cxnId="{997D600A-574B-4FAE-A8BC-DCB2D3DEFC93}">
      <dgm:prSet phldrT="2" phldr="0"/>
      <dgm:spPr/>
      <dgm:t>
        <a:bodyPr/>
        <a:lstStyle/>
        <a:p>
          <a:r>
            <a:rPr lang="en-US"/>
            <a:t>2</a:t>
          </a:r>
        </a:p>
      </dgm:t>
    </dgm:pt>
    <dgm:pt modelId="{98DC4108-AD80-4E9A-860F-957990C6FF15}">
      <dgm:prSet/>
      <dgm:spPr/>
      <dgm:t>
        <a:bodyPr/>
        <a:lstStyle/>
        <a:p>
          <a:r>
            <a:rPr lang="en-US" b="1" dirty="0">
              <a:solidFill>
                <a:schemeClr val="accent6"/>
              </a:solidFill>
            </a:rPr>
            <a:t>Identity</a:t>
          </a:r>
          <a:r>
            <a:rPr lang="en-US" dirty="0"/>
            <a:t>: Replace my real phone number on accounts with a virtual number to reduce my digital footprint</a:t>
          </a:r>
        </a:p>
      </dgm:t>
    </dgm:pt>
    <dgm:pt modelId="{2697ABC3-4663-48C7-A1E2-F6811DDD184A}" type="parTrans" cxnId="{70F9BA85-283B-416C-81BD-B9EDEA4847AE}">
      <dgm:prSet/>
      <dgm:spPr/>
      <dgm:t>
        <a:bodyPr/>
        <a:lstStyle/>
        <a:p>
          <a:endParaRPr lang="en-US"/>
        </a:p>
      </dgm:t>
    </dgm:pt>
    <dgm:pt modelId="{C6C17C67-7466-4BFD-8AB5-3E761F8E3248}" type="sibTrans" cxnId="{70F9BA85-283B-416C-81BD-B9EDEA4847AE}">
      <dgm:prSet phldrT="3" phldr="0"/>
      <dgm:spPr/>
      <dgm:t>
        <a:bodyPr/>
        <a:lstStyle/>
        <a:p>
          <a:r>
            <a:rPr lang="en-US"/>
            <a:t>3</a:t>
          </a:r>
          <a:endParaRPr lang="en-US" dirty="0"/>
        </a:p>
      </dgm:t>
    </dgm:pt>
    <dgm:pt modelId="{B265E050-96B2-4596-8588-132DDC892AEE}">
      <dgm:prSet/>
      <dgm:spPr/>
      <dgm:t>
        <a:bodyPr/>
        <a:lstStyle/>
        <a:p>
          <a:r>
            <a:rPr lang="en-US" b="1" dirty="0">
              <a:solidFill>
                <a:schemeClr val="accent2">
                  <a:lumMod val="75000"/>
                </a:schemeClr>
              </a:solidFill>
            </a:rPr>
            <a:t>Devices</a:t>
          </a:r>
          <a:r>
            <a:rPr lang="en-US" dirty="0"/>
            <a:t>: Enable Windows BitLocker to encrypt my filesystem against physical theft or loss</a:t>
          </a:r>
        </a:p>
      </dgm:t>
    </dgm:pt>
    <dgm:pt modelId="{F20B2C80-187D-4EDB-AC22-AEF35916606A}" type="sibTrans" cxnId="{11643690-3225-47C3-949F-F6A327220845}">
      <dgm:prSet phldrT="1" phldr="0"/>
      <dgm:spPr/>
      <dgm:t>
        <a:bodyPr/>
        <a:lstStyle/>
        <a:p>
          <a:r>
            <a:rPr lang="en-US"/>
            <a:t>1</a:t>
          </a:r>
          <a:endParaRPr lang="en-US" dirty="0"/>
        </a:p>
      </dgm:t>
    </dgm:pt>
    <dgm:pt modelId="{AE6E8A20-34C8-48C4-96CA-A535BAC491DB}" type="parTrans" cxnId="{11643690-3225-47C3-949F-F6A327220845}">
      <dgm:prSet/>
      <dgm:spPr/>
      <dgm:t>
        <a:bodyPr/>
        <a:lstStyle/>
        <a:p>
          <a:endParaRPr lang="en-US"/>
        </a:p>
      </dgm:t>
    </dgm:pt>
    <dgm:pt modelId="{FD6998BE-4037-4718-A473-8B455B870BD5}" type="pres">
      <dgm:prSet presAssocID="{75DDD29F-63A0-4B7C-A036-9CCB36301118}" presName="Name0" presStyleCnt="0">
        <dgm:presLayoutVars>
          <dgm:animLvl val="lvl"/>
          <dgm:resizeHandles val="exact"/>
        </dgm:presLayoutVars>
      </dgm:prSet>
      <dgm:spPr/>
    </dgm:pt>
    <dgm:pt modelId="{CBD05B70-1D35-4293-96A8-18FC73F15494}" type="pres">
      <dgm:prSet presAssocID="{B265E050-96B2-4596-8588-132DDC892AEE}" presName="compositeNode" presStyleCnt="0">
        <dgm:presLayoutVars>
          <dgm:bulletEnabled val="1"/>
        </dgm:presLayoutVars>
      </dgm:prSet>
      <dgm:spPr/>
    </dgm:pt>
    <dgm:pt modelId="{66B18C4E-032F-4B09-B93F-4F169CF4D59A}" type="pres">
      <dgm:prSet presAssocID="{B265E050-96B2-4596-8588-132DDC892AEE}" presName="bgRect" presStyleLbl="bgAccFollowNode1" presStyleIdx="0" presStyleCnt="3"/>
      <dgm:spPr/>
    </dgm:pt>
    <dgm:pt modelId="{617BC965-9730-433B-9811-1FD4099D2305}" type="pres">
      <dgm:prSet presAssocID="{F20B2C80-187D-4EDB-AC22-AEF35916606A}" presName="sibTransNodeCircle" presStyleLbl="alignNode1" presStyleIdx="0" presStyleCnt="6" custLinFactNeighborX="-47667" custLinFactNeighborY="10373">
        <dgm:presLayoutVars>
          <dgm:chMax val="0"/>
          <dgm:bulletEnabled/>
        </dgm:presLayoutVars>
      </dgm:prSet>
      <dgm:spPr/>
    </dgm:pt>
    <dgm:pt modelId="{3B16A342-4D32-4346-93E8-32FF8899F30D}" type="pres">
      <dgm:prSet presAssocID="{B265E050-96B2-4596-8588-132DDC892AEE}" presName="bottomLine" presStyleLbl="alignNode1" presStyleIdx="1" presStyleCnt="6">
        <dgm:presLayoutVars/>
      </dgm:prSet>
      <dgm:spPr/>
    </dgm:pt>
    <dgm:pt modelId="{229C4518-3010-470C-B916-052A72E52C94}" type="pres">
      <dgm:prSet presAssocID="{B265E050-96B2-4596-8588-132DDC892AEE}" presName="nodeText" presStyleLbl="bgAccFollowNode1" presStyleIdx="0" presStyleCnt="3">
        <dgm:presLayoutVars>
          <dgm:bulletEnabled val="1"/>
        </dgm:presLayoutVars>
      </dgm:prSet>
      <dgm:spPr/>
    </dgm:pt>
    <dgm:pt modelId="{007B749C-D574-45D7-9E24-AB1844001ACB}" type="pres">
      <dgm:prSet presAssocID="{F20B2C80-187D-4EDB-AC22-AEF35916606A}" presName="sibTrans" presStyleCnt="0"/>
      <dgm:spPr/>
    </dgm:pt>
    <dgm:pt modelId="{3B5E5378-0784-49DC-AD04-E0D67AEBB47B}" type="pres">
      <dgm:prSet presAssocID="{297F0BE5-FE46-4CC3-989C-69B7CE05E609}" presName="compositeNode" presStyleCnt="0">
        <dgm:presLayoutVars>
          <dgm:bulletEnabled val="1"/>
        </dgm:presLayoutVars>
      </dgm:prSet>
      <dgm:spPr/>
    </dgm:pt>
    <dgm:pt modelId="{18F40FA8-40DA-4763-BEBF-0117DE3FB21D}" type="pres">
      <dgm:prSet presAssocID="{297F0BE5-FE46-4CC3-989C-69B7CE05E609}" presName="bgRect" presStyleLbl="bgAccFollowNode1" presStyleIdx="1" presStyleCnt="3"/>
      <dgm:spPr/>
    </dgm:pt>
    <dgm:pt modelId="{E4B0B047-78F5-4A48-AF75-DD907CB1239A}" type="pres">
      <dgm:prSet presAssocID="{A26C6354-2C7F-40FA-AA49-B7569275F83A}" presName="sibTransNodeCircle" presStyleLbl="alignNode1" presStyleIdx="2" presStyleCnt="6" custLinFactNeighborX="26239" custLinFactNeighborY="-24175">
        <dgm:presLayoutVars>
          <dgm:chMax val="0"/>
          <dgm:bulletEnabled/>
        </dgm:presLayoutVars>
      </dgm:prSet>
      <dgm:spPr/>
    </dgm:pt>
    <dgm:pt modelId="{6A5AF982-837C-4E01-827C-CF555D90F679}" type="pres">
      <dgm:prSet presAssocID="{297F0BE5-FE46-4CC3-989C-69B7CE05E609}" presName="bottomLine" presStyleLbl="alignNode1" presStyleIdx="3" presStyleCnt="6">
        <dgm:presLayoutVars/>
      </dgm:prSet>
      <dgm:spPr/>
    </dgm:pt>
    <dgm:pt modelId="{41D1CB34-E712-4F8D-9E40-E80F49999D29}" type="pres">
      <dgm:prSet presAssocID="{297F0BE5-FE46-4CC3-989C-69B7CE05E609}" presName="nodeText" presStyleLbl="bgAccFollowNode1" presStyleIdx="1" presStyleCnt="3">
        <dgm:presLayoutVars>
          <dgm:bulletEnabled val="1"/>
        </dgm:presLayoutVars>
      </dgm:prSet>
      <dgm:spPr/>
    </dgm:pt>
    <dgm:pt modelId="{663BDE52-2F87-49B0-B3C3-77CD04E85E69}" type="pres">
      <dgm:prSet presAssocID="{A26C6354-2C7F-40FA-AA49-B7569275F83A}" presName="sibTrans" presStyleCnt="0"/>
      <dgm:spPr/>
    </dgm:pt>
    <dgm:pt modelId="{D48A8D2E-FDC9-4694-99C3-0C9B966F6ED5}" type="pres">
      <dgm:prSet presAssocID="{98DC4108-AD80-4E9A-860F-957990C6FF15}" presName="compositeNode" presStyleCnt="0">
        <dgm:presLayoutVars>
          <dgm:bulletEnabled val="1"/>
        </dgm:presLayoutVars>
      </dgm:prSet>
      <dgm:spPr/>
    </dgm:pt>
    <dgm:pt modelId="{C35BBBC2-4FD8-4378-BF01-BD8495FE8644}" type="pres">
      <dgm:prSet presAssocID="{98DC4108-AD80-4E9A-860F-957990C6FF15}" presName="bgRect" presStyleLbl="bgAccFollowNode1" presStyleIdx="2" presStyleCnt="3"/>
      <dgm:spPr/>
    </dgm:pt>
    <dgm:pt modelId="{F3BACE6B-7505-4DEE-A6EF-4B0C07627F50}" type="pres">
      <dgm:prSet presAssocID="{C6C17C67-7466-4BFD-8AB5-3E761F8E3248}" presName="sibTransNodeCircle" presStyleLbl="alignNode1" presStyleIdx="4" presStyleCnt="6" custLinFactNeighborX="26725" custLinFactNeighborY="7360">
        <dgm:presLayoutVars>
          <dgm:chMax val="0"/>
          <dgm:bulletEnabled/>
        </dgm:presLayoutVars>
      </dgm:prSet>
      <dgm:spPr/>
    </dgm:pt>
    <dgm:pt modelId="{69EF6A32-0B91-4998-94DF-5595A6F0D65F}" type="pres">
      <dgm:prSet presAssocID="{98DC4108-AD80-4E9A-860F-957990C6FF15}" presName="bottomLine" presStyleLbl="alignNode1" presStyleIdx="5" presStyleCnt="6">
        <dgm:presLayoutVars/>
      </dgm:prSet>
      <dgm:spPr/>
    </dgm:pt>
    <dgm:pt modelId="{7A610B14-9F68-412B-AA5D-E4F2CAD58915}" type="pres">
      <dgm:prSet presAssocID="{98DC4108-AD80-4E9A-860F-957990C6FF15}" presName="nodeText" presStyleLbl="bgAccFollowNode1" presStyleIdx="2" presStyleCnt="3">
        <dgm:presLayoutVars>
          <dgm:bulletEnabled val="1"/>
        </dgm:presLayoutVars>
      </dgm:prSet>
      <dgm:spPr/>
    </dgm:pt>
  </dgm:ptLst>
  <dgm:cxnLst>
    <dgm:cxn modelId="{997D600A-574B-4FAE-A8BC-DCB2D3DEFC93}" srcId="{75DDD29F-63A0-4B7C-A036-9CCB36301118}" destId="{297F0BE5-FE46-4CC3-989C-69B7CE05E609}" srcOrd="1" destOrd="0" parTransId="{8CEF5CE6-53F3-458A-954F-F0C3BD35ECCE}" sibTransId="{A26C6354-2C7F-40FA-AA49-B7569275F83A}"/>
    <dgm:cxn modelId="{B7DA7927-9181-4AA7-AB9B-3E234304822F}" type="presOf" srcId="{B265E050-96B2-4596-8588-132DDC892AEE}" destId="{66B18C4E-032F-4B09-B93F-4F169CF4D59A}" srcOrd="0" destOrd="0" presId="urn:microsoft.com/office/officeart/2016/7/layout/BasicLinearProcessNumbered"/>
    <dgm:cxn modelId="{F1F9953A-E2AF-45B9-B2EE-D76C3C50A614}" type="presOf" srcId="{A26C6354-2C7F-40FA-AA49-B7569275F83A}" destId="{E4B0B047-78F5-4A48-AF75-DD907CB1239A}" srcOrd="0" destOrd="0" presId="urn:microsoft.com/office/officeart/2016/7/layout/BasicLinearProcessNumbered"/>
    <dgm:cxn modelId="{83DBEF3E-C624-437A-85AA-2800ADBF7673}" type="presOf" srcId="{F20B2C80-187D-4EDB-AC22-AEF35916606A}" destId="{617BC965-9730-433B-9811-1FD4099D2305}" srcOrd="0" destOrd="0" presId="urn:microsoft.com/office/officeart/2016/7/layout/BasicLinearProcessNumbered"/>
    <dgm:cxn modelId="{70F9BA85-283B-416C-81BD-B9EDEA4847AE}" srcId="{75DDD29F-63A0-4B7C-A036-9CCB36301118}" destId="{98DC4108-AD80-4E9A-860F-957990C6FF15}" srcOrd="2" destOrd="0" parTransId="{2697ABC3-4663-48C7-A1E2-F6811DDD184A}" sibTransId="{C6C17C67-7466-4BFD-8AB5-3E761F8E3248}"/>
    <dgm:cxn modelId="{2C21CC89-2C8E-4A8C-BB74-B49898C702AB}" type="presOf" srcId="{297F0BE5-FE46-4CC3-989C-69B7CE05E609}" destId="{18F40FA8-40DA-4763-BEBF-0117DE3FB21D}" srcOrd="0" destOrd="0" presId="urn:microsoft.com/office/officeart/2016/7/layout/BasicLinearProcessNumbered"/>
    <dgm:cxn modelId="{684E1E8C-7056-43A0-8C3A-87DBB33E75A1}" type="presOf" srcId="{75DDD29F-63A0-4B7C-A036-9CCB36301118}" destId="{FD6998BE-4037-4718-A473-8B455B870BD5}" srcOrd="0" destOrd="0" presId="urn:microsoft.com/office/officeart/2016/7/layout/BasicLinearProcessNumbered"/>
    <dgm:cxn modelId="{11643690-3225-47C3-949F-F6A327220845}" srcId="{75DDD29F-63A0-4B7C-A036-9CCB36301118}" destId="{B265E050-96B2-4596-8588-132DDC892AEE}" srcOrd="0" destOrd="0" parTransId="{AE6E8A20-34C8-48C4-96CA-A535BAC491DB}" sibTransId="{F20B2C80-187D-4EDB-AC22-AEF35916606A}"/>
    <dgm:cxn modelId="{947CED9D-519C-49EC-8DB2-A5275D3A3D6D}" type="presOf" srcId="{297F0BE5-FE46-4CC3-989C-69B7CE05E609}" destId="{41D1CB34-E712-4F8D-9E40-E80F49999D29}" srcOrd="1" destOrd="0" presId="urn:microsoft.com/office/officeart/2016/7/layout/BasicLinearProcessNumbered"/>
    <dgm:cxn modelId="{232C29AF-FFB3-4709-99DB-4893D4FF3B09}" type="presOf" srcId="{98DC4108-AD80-4E9A-860F-957990C6FF15}" destId="{7A610B14-9F68-412B-AA5D-E4F2CAD58915}" srcOrd="1" destOrd="0" presId="urn:microsoft.com/office/officeart/2016/7/layout/BasicLinearProcessNumbered"/>
    <dgm:cxn modelId="{6E52EBC8-DC16-439D-B508-9EDAB1FF710C}" type="presOf" srcId="{C6C17C67-7466-4BFD-8AB5-3E761F8E3248}" destId="{F3BACE6B-7505-4DEE-A6EF-4B0C07627F50}" srcOrd="0" destOrd="0" presId="urn:microsoft.com/office/officeart/2016/7/layout/BasicLinearProcessNumbered"/>
    <dgm:cxn modelId="{A50D7AEE-7FF4-4953-B839-1D4B42CE0102}" type="presOf" srcId="{98DC4108-AD80-4E9A-860F-957990C6FF15}" destId="{C35BBBC2-4FD8-4378-BF01-BD8495FE8644}" srcOrd="0" destOrd="0" presId="urn:microsoft.com/office/officeart/2016/7/layout/BasicLinearProcessNumbered"/>
    <dgm:cxn modelId="{97FB1DFC-961A-47B7-94FA-3C58708B37B1}" type="presOf" srcId="{B265E050-96B2-4596-8588-132DDC892AEE}" destId="{229C4518-3010-470C-B916-052A72E52C94}" srcOrd="1" destOrd="0" presId="urn:microsoft.com/office/officeart/2016/7/layout/BasicLinearProcessNumbered"/>
    <dgm:cxn modelId="{1892C09C-9197-4E5E-8842-6FDCA895CD0E}" type="presParOf" srcId="{FD6998BE-4037-4718-A473-8B455B870BD5}" destId="{CBD05B70-1D35-4293-96A8-18FC73F15494}" srcOrd="0" destOrd="0" presId="urn:microsoft.com/office/officeart/2016/7/layout/BasicLinearProcessNumbered"/>
    <dgm:cxn modelId="{D45CEBF1-E27C-4F2F-9FDE-ADE87F484B93}" type="presParOf" srcId="{CBD05B70-1D35-4293-96A8-18FC73F15494}" destId="{66B18C4E-032F-4B09-B93F-4F169CF4D59A}" srcOrd="0" destOrd="0" presId="urn:microsoft.com/office/officeart/2016/7/layout/BasicLinearProcessNumbered"/>
    <dgm:cxn modelId="{C9DC6744-B10D-4762-991F-1B0133856FEA}" type="presParOf" srcId="{CBD05B70-1D35-4293-96A8-18FC73F15494}" destId="{617BC965-9730-433B-9811-1FD4099D2305}" srcOrd="1" destOrd="0" presId="urn:microsoft.com/office/officeart/2016/7/layout/BasicLinearProcessNumbered"/>
    <dgm:cxn modelId="{9FFBC50C-5C75-44C5-B1E7-1A5FBE50FEEC}" type="presParOf" srcId="{CBD05B70-1D35-4293-96A8-18FC73F15494}" destId="{3B16A342-4D32-4346-93E8-32FF8899F30D}" srcOrd="2" destOrd="0" presId="urn:microsoft.com/office/officeart/2016/7/layout/BasicLinearProcessNumbered"/>
    <dgm:cxn modelId="{E009C261-16D1-4EC1-A299-63DC7C953BF9}" type="presParOf" srcId="{CBD05B70-1D35-4293-96A8-18FC73F15494}" destId="{229C4518-3010-470C-B916-052A72E52C94}" srcOrd="3" destOrd="0" presId="urn:microsoft.com/office/officeart/2016/7/layout/BasicLinearProcessNumbered"/>
    <dgm:cxn modelId="{E0799B81-5DFE-40B8-8D20-472B9471CB88}" type="presParOf" srcId="{FD6998BE-4037-4718-A473-8B455B870BD5}" destId="{007B749C-D574-45D7-9E24-AB1844001ACB}" srcOrd="1" destOrd="0" presId="urn:microsoft.com/office/officeart/2016/7/layout/BasicLinearProcessNumbered"/>
    <dgm:cxn modelId="{82D6D0E7-D3CB-4B02-922A-CD678A49CC7F}" type="presParOf" srcId="{FD6998BE-4037-4718-A473-8B455B870BD5}" destId="{3B5E5378-0784-49DC-AD04-E0D67AEBB47B}" srcOrd="2" destOrd="0" presId="urn:microsoft.com/office/officeart/2016/7/layout/BasicLinearProcessNumbered"/>
    <dgm:cxn modelId="{D8BE203B-A8AB-49FA-9C8E-F4F7D14C7759}" type="presParOf" srcId="{3B5E5378-0784-49DC-AD04-E0D67AEBB47B}" destId="{18F40FA8-40DA-4763-BEBF-0117DE3FB21D}" srcOrd="0" destOrd="0" presId="urn:microsoft.com/office/officeart/2016/7/layout/BasicLinearProcessNumbered"/>
    <dgm:cxn modelId="{46F985C4-520A-4F92-BEE2-2F1CC3CC5BBE}" type="presParOf" srcId="{3B5E5378-0784-49DC-AD04-E0D67AEBB47B}" destId="{E4B0B047-78F5-4A48-AF75-DD907CB1239A}" srcOrd="1" destOrd="0" presId="urn:microsoft.com/office/officeart/2016/7/layout/BasicLinearProcessNumbered"/>
    <dgm:cxn modelId="{F03DCE70-B646-4A2B-A810-0FEF8D2144CC}" type="presParOf" srcId="{3B5E5378-0784-49DC-AD04-E0D67AEBB47B}" destId="{6A5AF982-837C-4E01-827C-CF555D90F679}" srcOrd="2" destOrd="0" presId="urn:microsoft.com/office/officeart/2016/7/layout/BasicLinearProcessNumbered"/>
    <dgm:cxn modelId="{064DED9B-1CE0-4BA8-8996-58E4FE6B1BE2}" type="presParOf" srcId="{3B5E5378-0784-49DC-AD04-E0D67AEBB47B}" destId="{41D1CB34-E712-4F8D-9E40-E80F49999D29}" srcOrd="3" destOrd="0" presId="urn:microsoft.com/office/officeart/2016/7/layout/BasicLinearProcessNumbered"/>
    <dgm:cxn modelId="{BBBBB1A1-BC02-48BD-8772-2854F36688CF}" type="presParOf" srcId="{FD6998BE-4037-4718-A473-8B455B870BD5}" destId="{663BDE52-2F87-49B0-B3C3-77CD04E85E69}" srcOrd="3" destOrd="0" presId="urn:microsoft.com/office/officeart/2016/7/layout/BasicLinearProcessNumbered"/>
    <dgm:cxn modelId="{A512A849-CD6D-4461-9A8A-71831CAD5F69}" type="presParOf" srcId="{FD6998BE-4037-4718-A473-8B455B870BD5}" destId="{D48A8D2E-FDC9-4694-99C3-0C9B966F6ED5}" srcOrd="4" destOrd="0" presId="urn:microsoft.com/office/officeart/2016/7/layout/BasicLinearProcessNumbered"/>
    <dgm:cxn modelId="{2F60796F-1401-4612-9B39-1ABDC9A90B64}" type="presParOf" srcId="{D48A8D2E-FDC9-4694-99C3-0C9B966F6ED5}" destId="{C35BBBC2-4FD8-4378-BF01-BD8495FE8644}" srcOrd="0" destOrd="0" presId="urn:microsoft.com/office/officeart/2016/7/layout/BasicLinearProcessNumbered"/>
    <dgm:cxn modelId="{DB11BEDD-84D2-4414-B134-A6C575CF9FF8}" type="presParOf" srcId="{D48A8D2E-FDC9-4694-99C3-0C9B966F6ED5}" destId="{F3BACE6B-7505-4DEE-A6EF-4B0C07627F50}" srcOrd="1" destOrd="0" presId="urn:microsoft.com/office/officeart/2016/7/layout/BasicLinearProcessNumbered"/>
    <dgm:cxn modelId="{EE6A8570-29B5-4EEB-916D-E2EB2573D1FE}" type="presParOf" srcId="{D48A8D2E-FDC9-4694-99C3-0C9B966F6ED5}" destId="{69EF6A32-0B91-4998-94DF-5595A6F0D65F}" srcOrd="2" destOrd="0" presId="urn:microsoft.com/office/officeart/2016/7/layout/BasicLinearProcessNumbered"/>
    <dgm:cxn modelId="{F47F37FF-71BE-4F02-BEAE-6EAD830F73AF}" type="presParOf" srcId="{D48A8D2E-FDC9-4694-99C3-0C9B966F6ED5}" destId="{7A610B14-9F68-412B-AA5D-E4F2CAD58915}"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63C004E-C23B-48BB-83FC-D1E2A93F9D2C}" type="doc">
      <dgm:prSet loTypeId="urn:microsoft.com/office/officeart/2005/8/layout/hList6" loCatId="list" qsTypeId="urn:microsoft.com/office/officeart/2005/8/quickstyle/simple1" qsCatId="simple" csTypeId="urn:microsoft.com/office/officeart/2005/8/colors/colorful2" csCatId="colorful" phldr="1"/>
      <dgm:spPr/>
      <dgm:t>
        <a:bodyPr/>
        <a:lstStyle/>
        <a:p>
          <a:endParaRPr lang="en-US"/>
        </a:p>
      </dgm:t>
    </dgm:pt>
    <dgm:pt modelId="{4CF4E0A2-1A32-4ED2-8EE8-3AA0DBF30C10}">
      <dgm:prSet phldrT="[Text]" phldr="0"/>
      <dgm:spPr>
        <a:solidFill>
          <a:schemeClr val="accent2">
            <a:lumMod val="20000"/>
            <a:lumOff val="80000"/>
          </a:schemeClr>
        </a:solidFill>
      </dgm:spPr>
      <dgm:t>
        <a:bodyPr vert="horz"/>
        <a:lstStyle/>
        <a:p>
          <a:r>
            <a:rPr lang="en-US" b="1" dirty="0">
              <a:solidFill>
                <a:schemeClr val="tx2">
                  <a:lumMod val="75000"/>
                </a:schemeClr>
              </a:solidFill>
            </a:rPr>
            <a:t>💪🏻 Strengths</a:t>
          </a:r>
        </a:p>
      </dgm:t>
    </dgm:pt>
    <dgm:pt modelId="{8C04E2AE-CAB1-495B-8956-E2C16F4F7891}" type="parTrans" cxnId="{B2D70788-47C8-4DB3-9B1A-96345CBEAAE6}">
      <dgm:prSet/>
      <dgm:spPr/>
      <dgm:t>
        <a:bodyPr/>
        <a:lstStyle/>
        <a:p>
          <a:endParaRPr lang="en-US"/>
        </a:p>
      </dgm:t>
    </dgm:pt>
    <dgm:pt modelId="{EA4CFDE2-B549-43F3-BF08-DEE95FF40411}" type="sibTrans" cxnId="{B2D70788-47C8-4DB3-9B1A-96345CBEAAE6}">
      <dgm:prSet/>
      <dgm:spPr/>
      <dgm:t>
        <a:bodyPr/>
        <a:lstStyle/>
        <a:p>
          <a:endParaRPr lang="en-US"/>
        </a:p>
      </dgm:t>
    </dgm:pt>
    <dgm:pt modelId="{B89AC323-37BF-41E7-8C85-94A315F3F24D}">
      <dgm:prSet phldrT="[Text]"/>
      <dgm:spPr/>
      <dgm:t>
        <a:bodyPr/>
        <a:lstStyle/>
        <a:p>
          <a:pPr>
            <a:buNone/>
          </a:pPr>
          <a:r>
            <a:rPr lang="en-US" b="0" i="0" dirty="0">
              <a:solidFill>
                <a:schemeClr val="tx2">
                  <a:lumMod val="50000"/>
                </a:schemeClr>
              </a:solidFill>
            </a:rPr>
            <a:t>Chocolate cotton candy </a:t>
          </a:r>
          <a:r>
            <a:rPr lang="en-US" b="0" i="0" dirty="0" err="1">
              <a:solidFill>
                <a:schemeClr val="tx2">
                  <a:lumMod val="50000"/>
                </a:schemeClr>
              </a:solidFill>
            </a:rPr>
            <a:t>danish</a:t>
          </a:r>
          <a:r>
            <a:rPr lang="en-US" b="0" i="0" dirty="0">
              <a:solidFill>
                <a:schemeClr val="tx2">
                  <a:lumMod val="50000"/>
                </a:schemeClr>
              </a:solidFill>
            </a:rPr>
            <a:t> cotton candy soufflé cake ice cream muffin. Sugar plum gummi bears marshmallow jelly beans powder lollipop bonbon. Jelly beans toffee soufflé </a:t>
          </a:r>
          <a:r>
            <a:rPr lang="en-US" b="0" i="0" dirty="0" err="1">
              <a:solidFill>
                <a:schemeClr val="tx2">
                  <a:lumMod val="50000"/>
                </a:schemeClr>
              </a:solidFill>
            </a:rPr>
            <a:t>soufflé</a:t>
          </a:r>
          <a:r>
            <a:rPr lang="en-US" b="0" i="0" dirty="0">
              <a:solidFill>
                <a:schemeClr val="tx2">
                  <a:lumMod val="50000"/>
                </a:schemeClr>
              </a:solidFill>
            </a:rPr>
            <a:t> candy wafer toffee.</a:t>
          </a:r>
          <a:endParaRPr lang="en-US" dirty="0">
            <a:solidFill>
              <a:schemeClr val="tx2">
                <a:lumMod val="50000"/>
              </a:schemeClr>
            </a:solidFill>
          </a:endParaRPr>
        </a:p>
      </dgm:t>
    </dgm:pt>
    <dgm:pt modelId="{2EEB8DC3-8CFA-471C-9156-76A90753DC47}" type="parTrans" cxnId="{5530DAEE-EE3E-4791-853E-3B369B05B2F1}">
      <dgm:prSet/>
      <dgm:spPr/>
      <dgm:t>
        <a:bodyPr/>
        <a:lstStyle/>
        <a:p>
          <a:endParaRPr lang="en-US"/>
        </a:p>
      </dgm:t>
    </dgm:pt>
    <dgm:pt modelId="{4AED12A9-9AB5-4408-8ADF-2AD4CB8844B4}" type="sibTrans" cxnId="{5530DAEE-EE3E-4791-853E-3B369B05B2F1}">
      <dgm:prSet/>
      <dgm:spPr/>
      <dgm:t>
        <a:bodyPr/>
        <a:lstStyle/>
        <a:p>
          <a:endParaRPr lang="en-US"/>
        </a:p>
      </dgm:t>
    </dgm:pt>
    <dgm:pt modelId="{1CD9AB9A-9DAC-4D0C-ACC5-0F3472C4C8C4}">
      <dgm:prSet phldrT="[Text]" phldr="0"/>
      <dgm:spPr>
        <a:solidFill>
          <a:srgbClr val="DBD4EC"/>
        </a:solidFill>
      </dgm:spPr>
      <dgm:t>
        <a:bodyPr/>
        <a:lstStyle/>
        <a:p>
          <a:r>
            <a:rPr lang="en-US" b="1" dirty="0">
              <a:solidFill>
                <a:schemeClr val="tx2">
                  <a:lumMod val="75000"/>
                </a:schemeClr>
              </a:solidFill>
            </a:rPr>
            <a:t>🫤 Growth areas</a:t>
          </a:r>
        </a:p>
      </dgm:t>
    </dgm:pt>
    <dgm:pt modelId="{A6947D65-4522-4AB7-B7EF-B6CD2DA6810E}" type="parTrans" cxnId="{D505D5FA-C120-457D-80BA-FCA290F66376}">
      <dgm:prSet/>
      <dgm:spPr/>
      <dgm:t>
        <a:bodyPr/>
        <a:lstStyle/>
        <a:p>
          <a:endParaRPr lang="en-US"/>
        </a:p>
      </dgm:t>
    </dgm:pt>
    <dgm:pt modelId="{A856AD5B-28B8-48B4-AFA2-8E1D0BB194EA}" type="sibTrans" cxnId="{D505D5FA-C120-457D-80BA-FCA290F66376}">
      <dgm:prSet/>
      <dgm:spPr/>
      <dgm:t>
        <a:bodyPr/>
        <a:lstStyle/>
        <a:p>
          <a:endParaRPr lang="en-US"/>
        </a:p>
      </dgm:t>
    </dgm:pt>
    <dgm:pt modelId="{3FA2834A-AA52-47B1-BB15-FE975DB0BFBA}">
      <dgm:prSet phldrT="[Text]"/>
      <dgm:spPr/>
      <dgm:t>
        <a:bodyPr/>
        <a:lstStyle/>
        <a:p>
          <a:pPr>
            <a:buNone/>
          </a:pPr>
          <a:r>
            <a:rPr lang="en-US" b="0" i="0" dirty="0">
              <a:solidFill>
                <a:schemeClr val="tx2">
                  <a:lumMod val="50000"/>
                </a:schemeClr>
              </a:solidFill>
            </a:rPr>
            <a:t>Danish muffin jelly-o dragée toffee. Candy brownie macaroon </a:t>
          </a:r>
          <a:r>
            <a:rPr lang="en-US" b="0" i="0" dirty="0" err="1">
              <a:solidFill>
                <a:schemeClr val="tx2">
                  <a:lumMod val="50000"/>
                </a:schemeClr>
              </a:solidFill>
            </a:rPr>
            <a:t>danish</a:t>
          </a:r>
          <a:r>
            <a:rPr lang="en-US" b="0" i="0" dirty="0">
              <a:solidFill>
                <a:schemeClr val="tx2">
                  <a:lumMod val="50000"/>
                </a:schemeClr>
              </a:solidFill>
            </a:rPr>
            <a:t> chocolate bear claw sweet roll. Chupa </a:t>
          </a:r>
          <a:r>
            <a:rPr lang="en-US" b="0" i="0" dirty="0" err="1">
              <a:solidFill>
                <a:schemeClr val="tx2">
                  <a:lumMod val="50000"/>
                </a:schemeClr>
              </a:solidFill>
            </a:rPr>
            <a:t>chups</a:t>
          </a:r>
          <a:r>
            <a:rPr lang="en-US" b="0" i="0" dirty="0">
              <a:solidFill>
                <a:schemeClr val="tx2">
                  <a:lumMod val="50000"/>
                </a:schemeClr>
              </a:solidFill>
            </a:rPr>
            <a:t> topping </a:t>
          </a:r>
          <a:r>
            <a:rPr lang="en-US" b="0" i="0" dirty="0" err="1">
              <a:solidFill>
                <a:schemeClr val="tx2">
                  <a:lumMod val="50000"/>
                </a:schemeClr>
              </a:solidFill>
            </a:rPr>
            <a:t>chupa</a:t>
          </a:r>
          <a:r>
            <a:rPr lang="en-US" b="0" i="0" dirty="0">
              <a:solidFill>
                <a:schemeClr val="tx2">
                  <a:lumMod val="50000"/>
                </a:schemeClr>
              </a:solidFill>
            </a:rPr>
            <a:t> </a:t>
          </a:r>
          <a:r>
            <a:rPr lang="en-US" b="0" i="0" dirty="0" err="1">
              <a:solidFill>
                <a:schemeClr val="tx2">
                  <a:lumMod val="50000"/>
                </a:schemeClr>
              </a:solidFill>
            </a:rPr>
            <a:t>chups</a:t>
          </a:r>
          <a:r>
            <a:rPr lang="en-US" b="0" i="0" dirty="0">
              <a:solidFill>
                <a:schemeClr val="tx2">
                  <a:lumMod val="50000"/>
                </a:schemeClr>
              </a:solidFill>
            </a:rPr>
            <a:t> oat cake pie. Toffee gummi bears soufflé fruitcake </a:t>
          </a:r>
          <a:r>
            <a:rPr lang="en-US" b="0" i="0" dirty="0" err="1">
              <a:solidFill>
                <a:schemeClr val="tx2">
                  <a:lumMod val="50000"/>
                </a:schemeClr>
              </a:solidFill>
            </a:rPr>
            <a:t>liquorice</a:t>
          </a:r>
          <a:r>
            <a:rPr lang="en-US" b="0" i="0" dirty="0">
              <a:solidFill>
                <a:schemeClr val="tx2">
                  <a:lumMod val="50000"/>
                </a:schemeClr>
              </a:solidFill>
            </a:rPr>
            <a:t>.</a:t>
          </a:r>
          <a:endParaRPr lang="en-US" dirty="0">
            <a:solidFill>
              <a:schemeClr val="tx2">
                <a:lumMod val="50000"/>
              </a:schemeClr>
            </a:solidFill>
          </a:endParaRPr>
        </a:p>
      </dgm:t>
    </dgm:pt>
    <dgm:pt modelId="{11B691B6-1F7C-4ECD-8352-B0326A16A3D3}" type="parTrans" cxnId="{BD74A16C-2ED1-4A85-A421-39916B103AC3}">
      <dgm:prSet/>
      <dgm:spPr/>
      <dgm:t>
        <a:bodyPr/>
        <a:lstStyle/>
        <a:p>
          <a:endParaRPr lang="en-US"/>
        </a:p>
      </dgm:t>
    </dgm:pt>
    <dgm:pt modelId="{8C15A0DF-4F20-4018-B68C-9DF0CB2F9B6A}" type="sibTrans" cxnId="{BD74A16C-2ED1-4A85-A421-39916B103AC3}">
      <dgm:prSet/>
      <dgm:spPr/>
      <dgm:t>
        <a:bodyPr/>
        <a:lstStyle/>
        <a:p>
          <a:endParaRPr lang="en-US"/>
        </a:p>
      </dgm:t>
    </dgm:pt>
    <dgm:pt modelId="{EE81DE11-332A-457C-9410-F21264DF25E1}">
      <dgm:prSet phldrT="[Text]" phldr="0"/>
      <dgm:spPr>
        <a:solidFill>
          <a:schemeClr val="accent3">
            <a:lumMod val="20000"/>
            <a:lumOff val="80000"/>
          </a:schemeClr>
        </a:solidFill>
      </dgm:spPr>
      <dgm:t>
        <a:bodyPr/>
        <a:lstStyle/>
        <a:p>
          <a:r>
            <a:rPr lang="en-US" b="1" dirty="0">
              <a:solidFill>
                <a:schemeClr val="tx2">
                  <a:lumMod val="50000"/>
                </a:schemeClr>
              </a:solidFill>
            </a:rPr>
            <a:t> 🎯Goals</a:t>
          </a:r>
        </a:p>
      </dgm:t>
    </dgm:pt>
    <dgm:pt modelId="{170A8AAD-0236-45E7-A639-CDDEBD01226C}" type="parTrans" cxnId="{C4BB5633-1267-428A-8501-4F8C90B362E4}">
      <dgm:prSet/>
      <dgm:spPr/>
      <dgm:t>
        <a:bodyPr/>
        <a:lstStyle/>
        <a:p>
          <a:endParaRPr lang="en-US"/>
        </a:p>
      </dgm:t>
    </dgm:pt>
    <dgm:pt modelId="{E8B759AB-FA7B-45A0-8BE9-E0AE0EE01A40}" type="sibTrans" cxnId="{C4BB5633-1267-428A-8501-4F8C90B362E4}">
      <dgm:prSet/>
      <dgm:spPr/>
      <dgm:t>
        <a:bodyPr/>
        <a:lstStyle/>
        <a:p>
          <a:endParaRPr lang="en-US"/>
        </a:p>
      </dgm:t>
    </dgm:pt>
    <dgm:pt modelId="{6F0F6ACF-7CFC-4ED0-B3D5-5E650B4EFA9D}">
      <dgm:prSet phldrT="[Text]"/>
      <dgm:spPr/>
      <dgm:t>
        <a:bodyPr/>
        <a:lstStyle/>
        <a:p>
          <a:pPr>
            <a:buFont typeface="Arial" panose="020B0604020202020204" pitchFamily="34" charset="0"/>
            <a:buNone/>
          </a:pPr>
          <a:r>
            <a:rPr lang="en-US" b="0" i="0" dirty="0">
              <a:solidFill>
                <a:schemeClr val="tx2">
                  <a:lumMod val="50000"/>
                </a:schemeClr>
              </a:solidFill>
            </a:rPr>
            <a:t>Shortbread candy soufflé wafer cheesecake muffin.</a:t>
          </a:r>
        </a:p>
        <a:p>
          <a:pPr>
            <a:buFont typeface="Arial" panose="020B0604020202020204" pitchFamily="34" charset="0"/>
            <a:buNone/>
          </a:pPr>
          <a:r>
            <a:rPr lang="en-US" b="0" i="0" dirty="0">
              <a:solidFill>
                <a:schemeClr val="tx2">
                  <a:lumMod val="50000"/>
                </a:schemeClr>
              </a:solidFill>
            </a:rPr>
            <a:t>Chocolate cake jujubes lollipop jelly icing candy canes chocolate caramels biscuit. Cake fruitcake pie candy canes donut.</a:t>
          </a:r>
          <a:endParaRPr lang="en-US" dirty="0">
            <a:solidFill>
              <a:schemeClr val="tx2">
                <a:lumMod val="50000"/>
              </a:schemeClr>
            </a:solidFill>
          </a:endParaRPr>
        </a:p>
      </dgm:t>
    </dgm:pt>
    <dgm:pt modelId="{986CD1C1-B633-492C-9F56-3F4B53902126}" type="parTrans" cxnId="{EED3C7F8-F28C-42AD-B5A5-97080861DFD9}">
      <dgm:prSet/>
      <dgm:spPr/>
      <dgm:t>
        <a:bodyPr/>
        <a:lstStyle/>
        <a:p>
          <a:endParaRPr lang="en-US"/>
        </a:p>
      </dgm:t>
    </dgm:pt>
    <dgm:pt modelId="{DBDFBB52-F6F2-4091-A881-F424DA70A8FB}" type="sibTrans" cxnId="{EED3C7F8-F28C-42AD-B5A5-97080861DFD9}">
      <dgm:prSet/>
      <dgm:spPr/>
      <dgm:t>
        <a:bodyPr/>
        <a:lstStyle/>
        <a:p>
          <a:endParaRPr lang="en-US"/>
        </a:p>
      </dgm:t>
    </dgm:pt>
    <dgm:pt modelId="{2CB596AF-9B37-454D-89D7-FA4B7A210B91}">
      <dgm:prSet/>
      <dgm:spPr/>
      <dgm:t>
        <a:bodyPr/>
        <a:lstStyle/>
        <a:p>
          <a:pPr>
            <a:buNone/>
          </a:pPr>
          <a:endParaRPr lang="en-US" dirty="0"/>
        </a:p>
      </dgm:t>
    </dgm:pt>
    <dgm:pt modelId="{02ED0F13-AFBE-40E1-B09D-004E6BD5E4ED}" type="parTrans" cxnId="{BFF3116F-8444-44C2-82E1-2468BB3616DB}">
      <dgm:prSet/>
      <dgm:spPr/>
      <dgm:t>
        <a:bodyPr/>
        <a:lstStyle/>
        <a:p>
          <a:endParaRPr lang="en-US"/>
        </a:p>
      </dgm:t>
    </dgm:pt>
    <dgm:pt modelId="{E869FE6C-38A8-4DED-A021-5ED7426BDE57}" type="sibTrans" cxnId="{BFF3116F-8444-44C2-82E1-2468BB3616DB}">
      <dgm:prSet/>
      <dgm:spPr/>
      <dgm:t>
        <a:bodyPr/>
        <a:lstStyle/>
        <a:p>
          <a:endParaRPr lang="en-US"/>
        </a:p>
      </dgm:t>
    </dgm:pt>
    <dgm:pt modelId="{E10A4478-6375-4F3E-875F-29638AB12D5B}" type="pres">
      <dgm:prSet presAssocID="{D63C004E-C23B-48BB-83FC-D1E2A93F9D2C}" presName="Name0" presStyleCnt="0">
        <dgm:presLayoutVars>
          <dgm:dir/>
          <dgm:resizeHandles val="exact"/>
        </dgm:presLayoutVars>
      </dgm:prSet>
      <dgm:spPr/>
    </dgm:pt>
    <dgm:pt modelId="{86350F40-9784-4DED-B96C-94F786DFDFD3}" type="pres">
      <dgm:prSet presAssocID="{4CF4E0A2-1A32-4ED2-8EE8-3AA0DBF30C10}" presName="node" presStyleLbl="node1" presStyleIdx="0" presStyleCnt="3">
        <dgm:presLayoutVars>
          <dgm:bulletEnabled val="1"/>
        </dgm:presLayoutVars>
      </dgm:prSet>
      <dgm:spPr/>
    </dgm:pt>
    <dgm:pt modelId="{419B9D63-6626-4EB7-A776-46EA6A5C495F}" type="pres">
      <dgm:prSet presAssocID="{EA4CFDE2-B549-43F3-BF08-DEE95FF40411}" presName="sibTrans" presStyleCnt="0"/>
      <dgm:spPr/>
    </dgm:pt>
    <dgm:pt modelId="{F44DC86C-91AA-40FB-964B-06FA4382CA3E}" type="pres">
      <dgm:prSet presAssocID="{1CD9AB9A-9DAC-4D0C-ACC5-0F3472C4C8C4}" presName="node" presStyleLbl="node1" presStyleIdx="1" presStyleCnt="3">
        <dgm:presLayoutVars>
          <dgm:bulletEnabled val="1"/>
        </dgm:presLayoutVars>
      </dgm:prSet>
      <dgm:spPr/>
    </dgm:pt>
    <dgm:pt modelId="{6BFF02CA-BC9A-4A4F-A8BB-2C22C930611A}" type="pres">
      <dgm:prSet presAssocID="{A856AD5B-28B8-48B4-AFA2-8E1D0BB194EA}" presName="sibTrans" presStyleCnt="0"/>
      <dgm:spPr/>
    </dgm:pt>
    <dgm:pt modelId="{3CFE9F0C-762D-4AD2-8D94-0521DDBE67A6}" type="pres">
      <dgm:prSet presAssocID="{EE81DE11-332A-457C-9410-F21264DF25E1}" presName="node" presStyleLbl="node1" presStyleIdx="2" presStyleCnt="3">
        <dgm:presLayoutVars>
          <dgm:bulletEnabled val="1"/>
        </dgm:presLayoutVars>
      </dgm:prSet>
      <dgm:spPr/>
    </dgm:pt>
  </dgm:ptLst>
  <dgm:cxnLst>
    <dgm:cxn modelId="{D503F011-026A-4946-94AE-D1B69647C6A9}" type="presOf" srcId="{2CB596AF-9B37-454D-89D7-FA4B7A210B91}" destId="{3CFE9F0C-762D-4AD2-8D94-0521DDBE67A6}" srcOrd="0" destOrd="2" presId="urn:microsoft.com/office/officeart/2005/8/layout/hList6"/>
    <dgm:cxn modelId="{16F54D13-90F0-489B-BDC2-B14265CD931E}" type="presOf" srcId="{EE81DE11-332A-457C-9410-F21264DF25E1}" destId="{3CFE9F0C-762D-4AD2-8D94-0521DDBE67A6}" srcOrd="0" destOrd="0" presId="urn:microsoft.com/office/officeart/2005/8/layout/hList6"/>
    <dgm:cxn modelId="{F199D11D-9E66-4A03-82FC-F4A13B4A4EA1}" type="presOf" srcId="{4CF4E0A2-1A32-4ED2-8EE8-3AA0DBF30C10}" destId="{86350F40-9784-4DED-B96C-94F786DFDFD3}" srcOrd="0" destOrd="0" presId="urn:microsoft.com/office/officeart/2005/8/layout/hList6"/>
    <dgm:cxn modelId="{D72DB521-FB83-40AD-AE16-E2B92ED15C08}" type="presOf" srcId="{6F0F6ACF-7CFC-4ED0-B3D5-5E650B4EFA9D}" destId="{3CFE9F0C-762D-4AD2-8D94-0521DDBE67A6}" srcOrd="0" destOrd="1" presId="urn:microsoft.com/office/officeart/2005/8/layout/hList6"/>
    <dgm:cxn modelId="{C4BB5633-1267-428A-8501-4F8C90B362E4}" srcId="{D63C004E-C23B-48BB-83FC-D1E2A93F9D2C}" destId="{EE81DE11-332A-457C-9410-F21264DF25E1}" srcOrd="2" destOrd="0" parTransId="{170A8AAD-0236-45E7-A639-CDDEBD01226C}" sibTransId="{E8B759AB-FA7B-45A0-8BE9-E0AE0EE01A40}"/>
    <dgm:cxn modelId="{BD74A16C-2ED1-4A85-A421-39916B103AC3}" srcId="{1CD9AB9A-9DAC-4D0C-ACC5-0F3472C4C8C4}" destId="{3FA2834A-AA52-47B1-BB15-FE975DB0BFBA}" srcOrd="0" destOrd="0" parTransId="{11B691B6-1F7C-4ECD-8352-B0326A16A3D3}" sibTransId="{8C15A0DF-4F20-4018-B68C-9DF0CB2F9B6A}"/>
    <dgm:cxn modelId="{BFF3116F-8444-44C2-82E1-2468BB3616DB}" srcId="{EE81DE11-332A-457C-9410-F21264DF25E1}" destId="{2CB596AF-9B37-454D-89D7-FA4B7A210B91}" srcOrd="1" destOrd="0" parTransId="{02ED0F13-AFBE-40E1-B09D-004E6BD5E4ED}" sibTransId="{E869FE6C-38A8-4DED-A021-5ED7426BDE57}"/>
    <dgm:cxn modelId="{B2D70788-47C8-4DB3-9B1A-96345CBEAAE6}" srcId="{D63C004E-C23B-48BB-83FC-D1E2A93F9D2C}" destId="{4CF4E0A2-1A32-4ED2-8EE8-3AA0DBF30C10}" srcOrd="0" destOrd="0" parTransId="{8C04E2AE-CAB1-495B-8956-E2C16F4F7891}" sibTransId="{EA4CFDE2-B549-43F3-BF08-DEE95FF40411}"/>
    <dgm:cxn modelId="{2A65899D-73C1-4220-8036-A3FAB1744972}" type="presOf" srcId="{B89AC323-37BF-41E7-8C85-94A315F3F24D}" destId="{86350F40-9784-4DED-B96C-94F786DFDFD3}" srcOrd="0" destOrd="1" presId="urn:microsoft.com/office/officeart/2005/8/layout/hList6"/>
    <dgm:cxn modelId="{0305D9DD-AFB2-4448-8A9B-F36A82A11DE9}" type="presOf" srcId="{1CD9AB9A-9DAC-4D0C-ACC5-0F3472C4C8C4}" destId="{F44DC86C-91AA-40FB-964B-06FA4382CA3E}" srcOrd="0" destOrd="0" presId="urn:microsoft.com/office/officeart/2005/8/layout/hList6"/>
    <dgm:cxn modelId="{2D29F0EA-BA31-4D37-B818-99AEDEA03294}" type="presOf" srcId="{3FA2834A-AA52-47B1-BB15-FE975DB0BFBA}" destId="{F44DC86C-91AA-40FB-964B-06FA4382CA3E}" srcOrd="0" destOrd="1" presId="urn:microsoft.com/office/officeart/2005/8/layout/hList6"/>
    <dgm:cxn modelId="{D710F6ED-8F48-4C91-A56E-4F4E2AAF6FC1}" type="presOf" srcId="{D63C004E-C23B-48BB-83FC-D1E2A93F9D2C}" destId="{E10A4478-6375-4F3E-875F-29638AB12D5B}" srcOrd="0" destOrd="0" presId="urn:microsoft.com/office/officeart/2005/8/layout/hList6"/>
    <dgm:cxn modelId="{5530DAEE-EE3E-4791-853E-3B369B05B2F1}" srcId="{4CF4E0A2-1A32-4ED2-8EE8-3AA0DBF30C10}" destId="{B89AC323-37BF-41E7-8C85-94A315F3F24D}" srcOrd="0" destOrd="0" parTransId="{2EEB8DC3-8CFA-471C-9156-76A90753DC47}" sibTransId="{4AED12A9-9AB5-4408-8ADF-2AD4CB8844B4}"/>
    <dgm:cxn modelId="{EED3C7F8-F28C-42AD-B5A5-97080861DFD9}" srcId="{EE81DE11-332A-457C-9410-F21264DF25E1}" destId="{6F0F6ACF-7CFC-4ED0-B3D5-5E650B4EFA9D}" srcOrd="0" destOrd="0" parTransId="{986CD1C1-B633-492C-9F56-3F4B53902126}" sibTransId="{DBDFBB52-F6F2-4091-A881-F424DA70A8FB}"/>
    <dgm:cxn modelId="{D505D5FA-C120-457D-80BA-FCA290F66376}" srcId="{D63C004E-C23B-48BB-83FC-D1E2A93F9D2C}" destId="{1CD9AB9A-9DAC-4D0C-ACC5-0F3472C4C8C4}" srcOrd="1" destOrd="0" parTransId="{A6947D65-4522-4AB7-B7EF-B6CD2DA6810E}" sibTransId="{A856AD5B-28B8-48B4-AFA2-8E1D0BB194EA}"/>
    <dgm:cxn modelId="{74AF65D7-0538-49C2-92CE-66CE1C61408B}" type="presParOf" srcId="{E10A4478-6375-4F3E-875F-29638AB12D5B}" destId="{86350F40-9784-4DED-B96C-94F786DFDFD3}" srcOrd="0" destOrd="0" presId="urn:microsoft.com/office/officeart/2005/8/layout/hList6"/>
    <dgm:cxn modelId="{958CB418-04A6-4B89-9E05-A3D054CD0418}" type="presParOf" srcId="{E10A4478-6375-4F3E-875F-29638AB12D5B}" destId="{419B9D63-6626-4EB7-A776-46EA6A5C495F}" srcOrd="1" destOrd="0" presId="urn:microsoft.com/office/officeart/2005/8/layout/hList6"/>
    <dgm:cxn modelId="{73935BF3-7594-46CA-B8E6-463AEED6094E}" type="presParOf" srcId="{E10A4478-6375-4F3E-875F-29638AB12D5B}" destId="{F44DC86C-91AA-40FB-964B-06FA4382CA3E}" srcOrd="2" destOrd="0" presId="urn:microsoft.com/office/officeart/2005/8/layout/hList6"/>
    <dgm:cxn modelId="{34035896-A6EE-44FB-A6D2-242EEFF1AA14}" type="presParOf" srcId="{E10A4478-6375-4F3E-875F-29638AB12D5B}" destId="{6BFF02CA-BC9A-4A4F-A8BB-2C22C930611A}" srcOrd="3" destOrd="0" presId="urn:microsoft.com/office/officeart/2005/8/layout/hList6"/>
    <dgm:cxn modelId="{E3DDCEC7-3C2A-4D05-9EE4-F58E19AA7B2F}" type="presParOf" srcId="{E10A4478-6375-4F3E-875F-29638AB12D5B}" destId="{3CFE9F0C-762D-4AD2-8D94-0521DDBE67A6}" srcOrd="4"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63C004E-C23B-48BB-83FC-D1E2A93F9D2C}" type="doc">
      <dgm:prSet loTypeId="urn:microsoft.com/office/officeart/2005/8/layout/hProcess7" loCatId="list" qsTypeId="urn:microsoft.com/office/officeart/2005/8/quickstyle/simple1" qsCatId="simple" csTypeId="urn:microsoft.com/office/officeart/2005/8/colors/colorful2" csCatId="colorful" phldr="1"/>
      <dgm:spPr/>
      <dgm:t>
        <a:bodyPr/>
        <a:lstStyle/>
        <a:p>
          <a:endParaRPr lang="en-US"/>
        </a:p>
      </dgm:t>
    </dgm:pt>
    <dgm:pt modelId="{4CF4E0A2-1A32-4ED2-8EE8-3AA0DBF30C10}">
      <dgm:prSet phldrT="[Text]" phldr="0"/>
      <dgm:spPr>
        <a:solidFill>
          <a:schemeClr val="accent2">
            <a:lumMod val="20000"/>
            <a:lumOff val="80000"/>
          </a:schemeClr>
        </a:solidFill>
      </dgm:spPr>
      <dgm:t>
        <a:bodyPr vert="horz"/>
        <a:lstStyle/>
        <a:p>
          <a:r>
            <a:rPr lang="en-US" b="1" dirty="0">
              <a:solidFill>
                <a:schemeClr val="tx2">
                  <a:lumMod val="75000"/>
                </a:schemeClr>
              </a:solidFill>
            </a:rPr>
            <a:t>💪🏻 Strengths</a:t>
          </a:r>
        </a:p>
      </dgm:t>
    </dgm:pt>
    <dgm:pt modelId="{8C04E2AE-CAB1-495B-8956-E2C16F4F7891}" type="parTrans" cxnId="{B2D70788-47C8-4DB3-9B1A-96345CBEAAE6}">
      <dgm:prSet/>
      <dgm:spPr/>
      <dgm:t>
        <a:bodyPr/>
        <a:lstStyle/>
        <a:p>
          <a:endParaRPr lang="en-US"/>
        </a:p>
      </dgm:t>
    </dgm:pt>
    <dgm:pt modelId="{EA4CFDE2-B549-43F3-BF08-DEE95FF40411}" type="sibTrans" cxnId="{B2D70788-47C8-4DB3-9B1A-96345CBEAAE6}">
      <dgm:prSet/>
      <dgm:spPr/>
      <dgm:t>
        <a:bodyPr/>
        <a:lstStyle/>
        <a:p>
          <a:endParaRPr lang="en-US"/>
        </a:p>
      </dgm:t>
    </dgm:pt>
    <dgm:pt modelId="{B89AC323-37BF-41E7-8C85-94A315F3F24D}">
      <dgm:prSet phldrT="[Text]"/>
      <dgm:spPr/>
      <dgm:t>
        <a:bodyPr/>
        <a:lstStyle/>
        <a:p>
          <a:pPr>
            <a:buNone/>
          </a:pPr>
          <a:r>
            <a:rPr lang="en-US" b="0" i="0" dirty="0">
              <a:solidFill>
                <a:schemeClr val="tx2">
                  <a:lumMod val="50000"/>
                </a:schemeClr>
              </a:solidFill>
            </a:rPr>
            <a:t>Chocolate cotton candy </a:t>
          </a:r>
          <a:r>
            <a:rPr lang="en-US" b="0" i="0" dirty="0" err="1">
              <a:solidFill>
                <a:schemeClr val="tx2">
                  <a:lumMod val="50000"/>
                </a:schemeClr>
              </a:solidFill>
            </a:rPr>
            <a:t>danish</a:t>
          </a:r>
          <a:r>
            <a:rPr lang="en-US" b="0" i="0" dirty="0">
              <a:solidFill>
                <a:schemeClr val="tx2">
                  <a:lumMod val="50000"/>
                </a:schemeClr>
              </a:solidFill>
            </a:rPr>
            <a:t> cotton candy soufflé cake ice cream muffin. Sugar plum gummi bears marshmallow jelly beans powder lollipop bonbon. Jelly beans toffee soufflé </a:t>
          </a:r>
          <a:r>
            <a:rPr lang="en-US" b="0" i="0" dirty="0" err="1">
              <a:solidFill>
                <a:schemeClr val="tx2">
                  <a:lumMod val="50000"/>
                </a:schemeClr>
              </a:solidFill>
            </a:rPr>
            <a:t>soufflé</a:t>
          </a:r>
          <a:r>
            <a:rPr lang="en-US" b="0" i="0" dirty="0">
              <a:solidFill>
                <a:schemeClr val="tx2">
                  <a:lumMod val="50000"/>
                </a:schemeClr>
              </a:solidFill>
            </a:rPr>
            <a:t> candy wafer toffee.</a:t>
          </a:r>
          <a:endParaRPr lang="en-US" dirty="0">
            <a:solidFill>
              <a:schemeClr val="tx2">
                <a:lumMod val="50000"/>
              </a:schemeClr>
            </a:solidFill>
          </a:endParaRPr>
        </a:p>
      </dgm:t>
    </dgm:pt>
    <dgm:pt modelId="{2EEB8DC3-8CFA-471C-9156-76A90753DC47}" type="parTrans" cxnId="{5530DAEE-EE3E-4791-853E-3B369B05B2F1}">
      <dgm:prSet/>
      <dgm:spPr/>
      <dgm:t>
        <a:bodyPr/>
        <a:lstStyle/>
        <a:p>
          <a:endParaRPr lang="en-US"/>
        </a:p>
      </dgm:t>
    </dgm:pt>
    <dgm:pt modelId="{4AED12A9-9AB5-4408-8ADF-2AD4CB8844B4}" type="sibTrans" cxnId="{5530DAEE-EE3E-4791-853E-3B369B05B2F1}">
      <dgm:prSet/>
      <dgm:spPr/>
      <dgm:t>
        <a:bodyPr/>
        <a:lstStyle/>
        <a:p>
          <a:endParaRPr lang="en-US"/>
        </a:p>
      </dgm:t>
    </dgm:pt>
    <dgm:pt modelId="{1CD9AB9A-9DAC-4D0C-ACC5-0F3472C4C8C4}">
      <dgm:prSet phldrT="[Text]" phldr="0"/>
      <dgm:spPr>
        <a:solidFill>
          <a:srgbClr val="DBD4EC"/>
        </a:solidFill>
      </dgm:spPr>
      <dgm:t>
        <a:bodyPr/>
        <a:lstStyle/>
        <a:p>
          <a:r>
            <a:rPr lang="en-US" b="1" dirty="0">
              <a:solidFill>
                <a:schemeClr val="tx2">
                  <a:lumMod val="75000"/>
                </a:schemeClr>
              </a:solidFill>
            </a:rPr>
            <a:t>🫤 Growth areas</a:t>
          </a:r>
        </a:p>
      </dgm:t>
    </dgm:pt>
    <dgm:pt modelId="{A6947D65-4522-4AB7-B7EF-B6CD2DA6810E}" type="parTrans" cxnId="{D505D5FA-C120-457D-80BA-FCA290F66376}">
      <dgm:prSet/>
      <dgm:spPr/>
      <dgm:t>
        <a:bodyPr/>
        <a:lstStyle/>
        <a:p>
          <a:endParaRPr lang="en-US"/>
        </a:p>
      </dgm:t>
    </dgm:pt>
    <dgm:pt modelId="{A856AD5B-28B8-48B4-AFA2-8E1D0BB194EA}" type="sibTrans" cxnId="{D505D5FA-C120-457D-80BA-FCA290F66376}">
      <dgm:prSet/>
      <dgm:spPr/>
      <dgm:t>
        <a:bodyPr/>
        <a:lstStyle/>
        <a:p>
          <a:endParaRPr lang="en-US"/>
        </a:p>
      </dgm:t>
    </dgm:pt>
    <dgm:pt modelId="{3FA2834A-AA52-47B1-BB15-FE975DB0BFBA}">
      <dgm:prSet phldrT="[Text]"/>
      <dgm:spPr/>
      <dgm:t>
        <a:bodyPr/>
        <a:lstStyle/>
        <a:p>
          <a:pPr>
            <a:buNone/>
          </a:pPr>
          <a:r>
            <a:rPr lang="en-US" b="0" i="0" dirty="0">
              <a:solidFill>
                <a:schemeClr val="tx2">
                  <a:lumMod val="50000"/>
                </a:schemeClr>
              </a:solidFill>
            </a:rPr>
            <a:t>Danish muffin jelly-o dragée toffee. Candy brownie macaroon </a:t>
          </a:r>
          <a:r>
            <a:rPr lang="en-US" b="0" i="0" dirty="0" err="1">
              <a:solidFill>
                <a:schemeClr val="tx2">
                  <a:lumMod val="50000"/>
                </a:schemeClr>
              </a:solidFill>
            </a:rPr>
            <a:t>danish</a:t>
          </a:r>
          <a:r>
            <a:rPr lang="en-US" b="0" i="0" dirty="0">
              <a:solidFill>
                <a:schemeClr val="tx2">
                  <a:lumMod val="50000"/>
                </a:schemeClr>
              </a:solidFill>
            </a:rPr>
            <a:t> chocolate bear claw sweet roll. Chupa </a:t>
          </a:r>
          <a:r>
            <a:rPr lang="en-US" b="0" i="0" dirty="0" err="1">
              <a:solidFill>
                <a:schemeClr val="tx2">
                  <a:lumMod val="50000"/>
                </a:schemeClr>
              </a:solidFill>
            </a:rPr>
            <a:t>chups</a:t>
          </a:r>
          <a:r>
            <a:rPr lang="en-US" b="0" i="0" dirty="0">
              <a:solidFill>
                <a:schemeClr val="tx2">
                  <a:lumMod val="50000"/>
                </a:schemeClr>
              </a:solidFill>
            </a:rPr>
            <a:t> topping </a:t>
          </a:r>
          <a:r>
            <a:rPr lang="en-US" b="0" i="0" dirty="0" err="1">
              <a:solidFill>
                <a:schemeClr val="tx2">
                  <a:lumMod val="50000"/>
                </a:schemeClr>
              </a:solidFill>
            </a:rPr>
            <a:t>chupa</a:t>
          </a:r>
          <a:r>
            <a:rPr lang="en-US" b="0" i="0" dirty="0">
              <a:solidFill>
                <a:schemeClr val="tx2">
                  <a:lumMod val="50000"/>
                </a:schemeClr>
              </a:solidFill>
            </a:rPr>
            <a:t> </a:t>
          </a:r>
          <a:r>
            <a:rPr lang="en-US" b="0" i="0" dirty="0" err="1">
              <a:solidFill>
                <a:schemeClr val="tx2">
                  <a:lumMod val="50000"/>
                </a:schemeClr>
              </a:solidFill>
            </a:rPr>
            <a:t>chups</a:t>
          </a:r>
          <a:r>
            <a:rPr lang="en-US" b="0" i="0" dirty="0">
              <a:solidFill>
                <a:schemeClr val="tx2">
                  <a:lumMod val="50000"/>
                </a:schemeClr>
              </a:solidFill>
            </a:rPr>
            <a:t> oat cake pie. Toffee gummi bears soufflé fruitcake </a:t>
          </a:r>
          <a:r>
            <a:rPr lang="en-US" b="0" i="0" dirty="0" err="1">
              <a:solidFill>
                <a:schemeClr val="tx2">
                  <a:lumMod val="50000"/>
                </a:schemeClr>
              </a:solidFill>
            </a:rPr>
            <a:t>liquorice</a:t>
          </a:r>
          <a:r>
            <a:rPr lang="en-US" b="0" i="0" dirty="0">
              <a:solidFill>
                <a:schemeClr val="tx2">
                  <a:lumMod val="50000"/>
                </a:schemeClr>
              </a:solidFill>
            </a:rPr>
            <a:t>.</a:t>
          </a:r>
          <a:endParaRPr lang="en-US" dirty="0">
            <a:solidFill>
              <a:schemeClr val="tx2">
                <a:lumMod val="50000"/>
              </a:schemeClr>
            </a:solidFill>
          </a:endParaRPr>
        </a:p>
      </dgm:t>
    </dgm:pt>
    <dgm:pt modelId="{11B691B6-1F7C-4ECD-8352-B0326A16A3D3}" type="parTrans" cxnId="{BD74A16C-2ED1-4A85-A421-39916B103AC3}">
      <dgm:prSet/>
      <dgm:spPr/>
      <dgm:t>
        <a:bodyPr/>
        <a:lstStyle/>
        <a:p>
          <a:endParaRPr lang="en-US"/>
        </a:p>
      </dgm:t>
    </dgm:pt>
    <dgm:pt modelId="{8C15A0DF-4F20-4018-B68C-9DF0CB2F9B6A}" type="sibTrans" cxnId="{BD74A16C-2ED1-4A85-A421-39916B103AC3}">
      <dgm:prSet/>
      <dgm:spPr/>
      <dgm:t>
        <a:bodyPr/>
        <a:lstStyle/>
        <a:p>
          <a:endParaRPr lang="en-US"/>
        </a:p>
      </dgm:t>
    </dgm:pt>
    <dgm:pt modelId="{EE81DE11-332A-457C-9410-F21264DF25E1}">
      <dgm:prSet phldrT="[Text]" phldr="0"/>
      <dgm:spPr>
        <a:solidFill>
          <a:schemeClr val="accent3">
            <a:lumMod val="20000"/>
            <a:lumOff val="80000"/>
          </a:schemeClr>
        </a:solidFill>
      </dgm:spPr>
      <dgm:t>
        <a:bodyPr/>
        <a:lstStyle/>
        <a:p>
          <a:r>
            <a:rPr lang="en-US" b="1" dirty="0">
              <a:solidFill>
                <a:schemeClr val="tx2">
                  <a:lumMod val="50000"/>
                </a:schemeClr>
              </a:solidFill>
            </a:rPr>
            <a:t> 🎯Goals</a:t>
          </a:r>
        </a:p>
      </dgm:t>
    </dgm:pt>
    <dgm:pt modelId="{170A8AAD-0236-45E7-A639-CDDEBD01226C}" type="parTrans" cxnId="{C4BB5633-1267-428A-8501-4F8C90B362E4}">
      <dgm:prSet/>
      <dgm:spPr/>
      <dgm:t>
        <a:bodyPr/>
        <a:lstStyle/>
        <a:p>
          <a:endParaRPr lang="en-US"/>
        </a:p>
      </dgm:t>
    </dgm:pt>
    <dgm:pt modelId="{E8B759AB-FA7B-45A0-8BE9-E0AE0EE01A40}" type="sibTrans" cxnId="{C4BB5633-1267-428A-8501-4F8C90B362E4}">
      <dgm:prSet/>
      <dgm:spPr/>
      <dgm:t>
        <a:bodyPr/>
        <a:lstStyle/>
        <a:p>
          <a:endParaRPr lang="en-US"/>
        </a:p>
      </dgm:t>
    </dgm:pt>
    <dgm:pt modelId="{6F0F6ACF-7CFC-4ED0-B3D5-5E650B4EFA9D}">
      <dgm:prSet phldrT="[Text]"/>
      <dgm:spPr/>
      <dgm:t>
        <a:bodyPr/>
        <a:lstStyle/>
        <a:p>
          <a:pPr>
            <a:buFont typeface="Arial" panose="020B0604020202020204" pitchFamily="34" charset="0"/>
            <a:buNone/>
          </a:pPr>
          <a:r>
            <a:rPr lang="en-US" b="0" i="0" dirty="0">
              <a:solidFill>
                <a:schemeClr val="tx2">
                  <a:lumMod val="50000"/>
                </a:schemeClr>
              </a:solidFill>
            </a:rPr>
            <a:t>Shortbread candy soufflé wafer cheesecake muffin.</a:t>
          </a:r>
        </a:p>
        <a:p>
          <a:pPr>
            <a:buFont typeface="Arial" panose="020B0604020202020204" pitchFamily="34" charset="0"/>
            <a:buNone/>
          </a:pPr>
          <a:r>
            <a:rPr lang="en-US" b="0" i="0" dirty="0">
              <a:solidFill>
                <a:schemeClr val="tx2">
                  <a:lumMod val="50000"/>
                </a:schemeClr>
              </a:solidFill>
            </a:rPr>
            <a:t>Chocolate cake jujubes lollipop jelly icing candy canes chocolate caramels biscuit. Cake fruitcake pie candy canes donut.</a:t>
          </a:r>
          <a:endParaRPr lang="en-US" dirty="0">
            <a:solidFill>
              <a:schemeClr val="tx2">
                <a:lumMod val="50000"/>
              </a:schemeClr>
            </a:solidFill>
          </a:endParaRPr>
        </a:p>
      </dgm:t>
    </dgm:pt>
    <dgm:pt modelId="{986CD1C1-B633-492C-9F56-3F4B53902126}" type="parTrans" cxnId="{EED3C7F8-F28C-42AD-B5A5-97080861DFD9}">
      <dgm:prSet/>
      <dgm:spPr/>
      <dgm:t>
        <a:bodyPr/>
        <a:lstStyle/>
        <a:p>
          <a:endParaRPr lang="en-US"/>
        </a:p>
      </dgm:t>
    </dgm:pt>
    <dgm:pt modelId="{DBDFBB52-F6F2-4091-A881-F424DA70A8FB}" type="sibTrans" cxnId="{EED3C7F8-F28C-42AD-B5A5-97080861DFD9}">
      <dgm:prSet/>
      <dgm:spPr/>
      <dgm:t>
        <a:bodyPr/>
        <a:lstStyle/>
        <a:p>
          <a:endParaRPr lang="en-US"/>
        </a:p>
      </dgm:t>
    </dgm:pt>
    <dgm:pt modelId="{2CB596AF-9B37-454D-89D7-FA4B7A210B91}">
      <dgm:prSet/>
      <dgm:spPr/>
      <dgm:t>
        <a:bodyPr/>
        <a:lstStyle/>
        <a:p>
          <a:pPr>
            <a:buNone/>
          </a:pPr>
          <a:endParaRPr lang="en-US" dirty="0"/>
        </a:p>
      </dgm:t>
    </dgm:pt>
    <dgm:pt modelId="{02ED0F13-AFBE-40E1-B09D-004E6BD5E4ED}" type="parTrans" cxnId="{BFF3116F-8444-44C2-82E1-2468BB3616DB}">
      <dgm:prSet/>
      <dgm:spPr/>
      <dgm:t>
        <a:bodyPr/>
        <a:lstStyle/>
        <a:p>
          <a:endParaRPr lang="en-US"/>
        </a:p>
      </dgm:t>
    </dgm:pt>
    <dgm:pt modelId="{E869FE6C-38A8-4DED-A021-5ED7426BDE57}" type="sibTrans" cxnId="{BFF3116F-8444-44C2-82E1-2468BB3616DB}">
      <dgm:prSet/>
      <dgm:spPr/>
      <dgm:t>
        <a:bodyPr/>
        <a:lstStyle/>
        <a:p>
          <a:endParaRPr lang="en-US"/>
        </a:p>
      </dgm:t>
    </dgm:pt>
    <dgm:pt modelId="{995069E7-8969-4107-B8C5-96838B77435F}" type="pres">
      <dgm:prSet presAssocID="{D63C004E-C23B-48BB-83FC-D1E2A93F9D2C}" presName="Name0" presStyleCnt="0">
        <dgm:presLayoutVars>
          <dgm:dir/>
          <dgm:animLvl val="lvl"/>
          <dgm:resizeHandles val="exact"/>
        </dgm:presLayoutVars>
      </dgm:prSet>
      <dgm:spPr/>
    </dgm:pt>
    <dgm:pt modelId="{1EF21C3A-FBD6-409B-B9EE-91A2B3966539}" type="pres">
      <dgm:prSet presAssocID="{4CF4E0A2-1A32-4ED2-8EE8-3AA0DBF30C10}" presName="compositeNode" presStyleCnt="0">
        <dgm:presLayoutVars>
          <dgm:bulletEnabled val="1"/>
        </dgm:presLayoutVars>
      </dgm:prSet>
      <dgm:spPr/>
    </dgm:pt>
    <dgm:pt modelId="{D1C9F059-9D93-467C-A1EA-7AC3D9A70C51}" type="pres">
      <dgm:prSet presAssocID="{4CF4E0A2-1A32-4ED2-8EE8-3AA0DBF30C10}" presName="bgRect" presStyleLbl="node1" presStyleIdx="0" presStyleCnt="3"/>
      <dgm:spPr/>
    </dgm:pt>
    <dgm:pt modelId="{2C98B010-6040-4C43-9B87-20626D613796}" type="pres">
      <dgm:prSet presAssocID="{4CF4E0A2-1A32-4ED2-8EE8-3AA0DBF30C10}" presName="parentNode" presStyleLbl="node1" presStyleIdx="0" presStyleCnt="3">
        <dgm:presLayoutVars>
          <dgm:chMax val="0"/>
          <dgm:bulletEnabled val="1"/>
        </dgm:presLayoutVars>
      </dgm:prSet>
      <dgm:spPr/>
    </dgm:pt>
    <dgm:pt modelId="{71234554-0601-4EB2-8760-1373D99A794D}" type="pres">
      <dgm:prSet presAssocID="{4CF4E0A2-1A32-4ED2-8EE8-3AA0DBF30C10}" presName="childNode" presStyleLbl="node1" presStyleIdx="0" presStyleCnt="3">
        <dgm:presLayoutVars>
          <dgm:bulletEnabled val="1"/>
        </dgm:presLayoutVars>
      </dgm:prSet>
      <dgm:spPr/>
    </dgm:pt>
    <dgm:pt modelId="{02832600-12EC-4CBE-8499-B7C072EA30E6}" type="pres">
      <dgm:prSet presAssocID="{EA4CFDE2-B549-43F3-BF08-DEE95FF40411}" presName="hSp" presStyleCnt="0"/>
      <dgm:spPr/>
    </dgm:pt>
    <dgm:pt modelId="{DBC7A123-F072-4D61-9BAD-D3D9F80F35F1}" type="pres">
      <dgm:prSet presAssocID="{EA4CFDE2-B549-43F3-BF08-DEE95FF40411}" presName="vProcSp" presStyleCnt="0"/>
      <dgm:spPr/>
    </dgm:pt>
    <dgm:pt modelId="{9F40DADC-089A-4416-99BB-9D2F1656DD6F}" type="pres">
      <dgm:prSet presAssocID="{EA4CFDE2-B549-43F3-BF08-DEE95FF40411}" presName="vSp1" presStyleCnt="0"/>
      <dgm:spPr/>
    </dgm:pt>
    <dgm:pt modelId="{F2E1F714-18DF-42D8-B742-4B3CA2FDE99F}" type="pres">
      <dgm:prSet presAssocID="{EA4CFDE2-B549-43F3-BF08-DEE95FF40411}" presName="simulatedConn" presStyleLbl="solidFgAcc1" presStyleIdx="0" presStyleCnt="2"/>
      <dgm:spPr/>
    </dgm:pt>
    <dgm:pt modelId="{5F3C4C35-74D1-41EA-8294-8CEE3F9801D3}" type="pres">
      <dgm:prSet presAssocID="{EA4CFDE2-B549-43F3-BF08-DEE95FF40411}" presName="vSp2" presStyleCnt="0"/>
      <dgm:spPr/>
    </dgm:pt>
    <dgm:pt modelId="{8E540247-0966-4702-B403-01501E40C6B8}" type="pres">
      <dgm:prSet presAssocID="{EA4CFDE2-B549-43F3-BF08-DEE95FF40411}" presName="sibTrans" presStyleCnt="0"/>
      <dgm:spPr/>
    </dgm:pt>
    <dgm:pt modelId="{8F056702-A610-4D39-989E-2C9A14683F97}" type="pres">
      <dgm:prSet presAssocID="{1CD9AB9A-9DAC-4D0C-ACC5-0F3472C4C8C4}" presName="compositeNode" presStyleCnt="0">
        <dgm:presLayoutVars>
          <dgm:bulletEnabled val="1"/>
        </dgm:presLayoutVars>
      </dgm:prSet>
      <dgm:spPr/>
    </dgm:pt>
    <dgm:pt modelId="{9CA908B9-6DDD-49DD-8837-6395314F7A1B}" type="pres">
      <dgm:prSet presAssocID="{1CD9AB9A-9DAC-4D0C-ACC5-0F3472C4C8C4}" presName="bgRect" presStyleLbl="node1" presStyleIdx="1" presStyleCnt="3"/>
      <dgm:spPr/>
    </dgm:pt>
    <dgm:pt modelId="{835AE6EC-7D99-4DC6-BBCC-169B76ED3EA5}" type="pres">
      <dgm:prSet presAssocID="{1CD9AB9A-9DAC-4D0C-ACC5-0F3472C4C8C4}" presName="parentNode" presStyleLbl="node1" presStyleIdx="1" presStyleCnt="3">
        <dgm:presLayoutVars>
          <dgm:chMax val="0"/>
          <dgm:bulletEnabled val="1"/>
        </dgm:presLayoutVars>
      </dgm:prSet>
      <dgm:spPr/>
    </dgm:pt>
    <dgm:pt modelId="{9F4CB959-CD85-4B87-B2FB-DA21CE5785A0}" type="pres">
      <dgm:prSet presAssocID="{1CD9AB9A-9DAC-4D0C-ACC5-0F3472C4C8C4}" presName="childNode" presStyleLbl="node1" presStyleIdx="1" presStyleCnt="3">
        <dgm:presLayoutVars>
          <dgm:bulletEnabled val="1"/>
        </dgm:presLayoutVars>
      </dgm:prSet>
      <dgm:spPr/>
    </dgm:pt>
    <dgm:pt modelId="{211A4D84-ED31-4D28-B7D2-DA5CD55152A0}" type="pres">
      <dgm:prSet presAssocID="{A856AD5B-28B8-48B4-AFA2-8E1D0BB194EA}" presName="hSp" presStyleCnt="0"/>
      <dgm:spPr/>
    </dgm:pt>
    <dgm:pt modelId="{17AA92FB-B6F7-4AD0-8B41-7B7218C3F442}" type="pres">
      <dgm:prSet presAssocID="{A856AD5B-28B8-48B4-AFA2-8E1D0BB194EA}" presName="vProcSp" presStyleCnt="0"/>
      <dgm:spPr/>
    </dgm:pt>
    <dgm:pt modelId="{D567D8A0-8916-4D69-90BD-E5B08F6B867B}" type="pres">
      <dgm:prSet presAssocID="{A856AD5B-28B8-48B4-AFA2-8E1D0BB194EA}" presName="vSp1" presStyleCnt="0"/>
      <dgm:spPr/>
    </dgm:pt>
    <dgm:pt modelId="{A10E910D-A639-4EC1-8833-BF7C9F0B870A}" type="pres">
      <dgm:prSet presAssocID="{A856AD5B-28B8-48B4-AFA2-8E1D0BB194EA}" presName="simulatedConn" presStyleLbl="solidFgAcc1" presStyleIdx="1" presStyleCnt="2"/>
      <dgm:spPr/>
    </dgm:pt>
    <dgm:pt modelId="{2A5CE9C0-B2B9-41C3-818B-3827F68FF7F6}" type="pres">
      <dgm:prSet presAssocID="{A856AD5B-28B8-48B4-AFA2-8E1D0BB194EA}" presName="vSp2" presStyleCnt="0"/>
      <dgm:spPr/>
    </dgm:pt>
    <dgm:pt modelId="{2D89D0FC-2198-42B6-9205-97BBAB6690C1}" type="pres">
      <dgm:prSet presAssocID="{A856AD5B-28B8-48B4-AFA2-8E1D0BB194EA}" presName="sibTrans" presStyleCnt="0"/>
      <dgm:spPr/>
    </dgm:pt>
    <dgm:pt modelId="{6A7B8AB0-BD90-4614-86E9-47C027FED36E}" type="pres">
      <dgm:prSet presAssocID="{EE81DE11-332A-457C-9410-F21264DF25E1}" presName="compositeNode" presStyleCnt="0">
        <dgm:presLayoutVars>
          <dgm:bulletEnabled val="1"/>
        </dgm:presLayoutVars>
      </dgm:prSet>
      <dgm:spPr/>
    </dgm:pt>
    <dgm:pt modelId="{1162CB28-6AED-4E9C-B520-FBD7554B4130}" type="pres">
      <dgm:prSet presAssocID="{EE81DE11-332A-457C-9410-F21264DF25E1}" presName="bgRect" presStyleLbl="node1" presStyleIdx="2" presStyleCnt="3"/>
      <dgm:spPr/>
    </dgm:pt>
    <dgm:pt modelId="{164BF7F7-B615-4925-87C0-F44F44A3530C}" type="pres">
      <dgm:prSet presAssocID="{EE81DE11-332A-457C-9410-F21264DF25E1}" presName="parentNode" presStyleLbl="node1" presStyleIdx="2" presStyleCnt="3">
        <dgm:presLayoutVars>
          <dgm:chMax val="0"/>
          <dgm:bulletEnabled val="1"/>
        </dgm:presLayoutVars>
      </dgm:prSet>
      <dgm:spPr/>
    </dgm:pt>
    <dgm:pt modelId="{34650F44-445F-4179-B1DB-5ED30E7C6CC5}" type="pres">
      <dgm:prSet presAssocID="{EE81DE11-332A-457C-9410-F21264DF25E1}" presName="childNode" presStyleLbl="node1" presStyleIdx="2" presStyleCnt="3">
        <dgm:presLayoutVars>
          <dgm:bulletEnabled val="1"/>
        </dgm:presLayoutVars>
      </dgm:prSet>
      <dgm:spPr/>
    </dgm:pt>
  </dgm:ptLst>
  <dgm:cxnLst>
    <dgm:cxn modelId="{AE4B4900-B739-4F44-9615-E3A9ABD71680}" type="presOf" srcId="{3FA2834A-AA52-47B1-BB15-FE975DB0BFBA}" destId="{9F4CB959-CD85-4B87-B2FB-DA21CE5785A0}" srcOrd="0" destOrd="0" presId="urn:microsoft.com/office/officeart/2005/8/layout/hProcess7"/>
    <dgm:cxn modelId="{04C28F09-353D-4A7C-869C-E21417ADD495}" type="presOf" srcId="{1CD9AB9A-9DAC-4D0C-ACC5-0F3472C4C8C4}" destId="{835AE6EC-7D99-4DC6-BBCC-169B76ED3EA5}" srcOrd="1" destOrd="0" presId="urn:microsoft.com/office/officeart/2005/8/layout/hProcess7"/>
    <dgm:cxn modelId="{C4BB5633-1267-428A-8501-4F8C90B362E4}" srcId="{D63C004E-C23B-48BB-83FC-D1E2A93F9D2C}" destId="{EE81DE11-332A-457C-9410-F21264DF25E1}" srcOrd="2" destOrd="0" parTransId="{170A8AAD-0236-45E7-A639-CDDEBD01226C}" sibTransId="{E8B759AB-FA7B-45A0-8BE9-E0AE0EE01A40}"/>
    <dgm:cxn modelId="{F53CAC5F-A2C1-4CE1-8FBF-96BA2975863C}" type="presOf" srcId="{EE81DE11-332A-457C-9410-F21264DF25E1}" destId="{1162CB28-6AED-4E9C-B520-FBD7554B4130}" srcOrd="0" destOrd="0" presId="urn:microsoft.com/office/officeart/2005/8/layout/hProcess7"/>
    <dgm:cxn modelId="{3A067160-A0F8-45C3-8863-6C6B5084616F}" type="presOf" srcId="{2CB596AF-9B37-454D-89D7-FA4B7A210B91}" destId="{34650F44-445F-4179-B1DB-5ED30E7C6CC5}" srcOrd="0" destOrd="1" presId="urn:microsoft.com/office/officeart/2005/8/layout/hProcess7"/>
    <dgm:cxn modelId="{BD74A16C-2ED1-4A85-A421-39916B103AC3}" srcId="{1CD9AB9A-9DAC-4D0C-ACC5-0F3472C4C8C4}" destId="{3FA2834A-AA52-47B1-BB15-FE975DB0BFBA}" srcOrd="0" destOrd="0" parTransId="{11B691B6-1F7C-4ECD-8352-B0326A16A3D3}" sibTransId="{8C15A0DF-4F20-4018-B68C-9DF0CB2F9B6A}"/>
    <dgm:cxn modelId="{BFF3116F-8444-44C2-82E1-2468BB3616DB}" srcId="{EE81DE11-332A-457C-9410-F21264DF25E1}" destId="{2CB596AF-9B37-454D-89D7-FA4B7A210B91}" srcOrd="1" destOrd="0" parTransId="{02ED0F13-AFBE-40E1-B09D-004E6BD5E4ED}" sibTransId="{E869FE6C-38A8-4DED-A021-5ED7426BDE57}"/>
    <dgm:cxn modelId="{83DEAD59-FFE7-41B4-9BBE-D6FF7C0D2231}" type="presOf" srcId="{D63C004E-C23B-48BB-83FC-D1E2A93F9D2C}" destId="{995069E7-8969-4107-B8C5-96838B77435F}" srcOrd="0" destOrd="0" presId="urn:microsoft.com/office/officeart/2005/8/layout/hProcess7"/>
    <dgm:cxn modelId="{B2D70788-47C8-4DB3-9B1A-96345CBEAAE6}" srcId="{D63C004E-C23B-48BB-83FC-D1E2A93F9D2C}" destId="{4CF4E0A2-1A32-4ED2-8EE8-3AA0DBF30C10}" srcOrd="0" destOrd="0" parTransId="{8C04E2AE-CAB1-495B-8956-E2C16F4F7891}" sibTransId="{EA4CFDE2-B549-43F3-BF08-DEE95FF40411}"/>
    <dgm:cxn modelId="{03C0E78B-3179-467B-8AA2-F1659629961B}" type="presOf" srcId="{4CF4E0A2-1A32-4ED2-8EE8-3AA0DBF30C10}" destId="{D1C9F059-9D93-467C-A1EA-7AC3D9A70C51}" srcOrd="0" destOrd="0" presId="urn:microsoft.com/office/officeart/2005/8/layout/hProcess7"/>
    <dgm:cxn modelId="{6D079298-44AC-4A72-8604-4C04DF244D18}" type="presOf" srcId="{EE81DE11-332A-457C-9410-F21264DF25E1}" destId="{164BF7F7-B615-4925-87C0-F44F44A3530C}" srcOrd="1" destOrd="0" presId="urn:microsoft.com/office/officeart/2005/8/layout/hProcess7"/>
    <dgm:cxn modelId="{400A9A9D-0850-4C4B-A0A7-2E9876D4974F}" type="presOf" srcId="{4CF4E0A2-1A32-4ED2-8EE8-3AA0DBF30C10}" destId="{2C98B010-6040-4C43-9B87-20626D613796}" srcOrd="1" destOrd="0" presId="urn:microsoft.com/office/officeart/2005/8/layout/hProcess7"/>
    <dgm:cxn modelId="{F0968DB3-9A63-4DBF-81F7-D850DDA502BE}" type="presOf" srcId="{B89AC323-37BF-41E7-8C85-94A315F3F24D}" destId="{71234554-0601-4EB2-8760-1373D99A794D}" srcOrd="0" destOrd="0" presId="urn:microsoft.com/office/officeart/2005/8/layout/hProcess7"/>
    <dgm:cxn modelId="{6A4698B6-F9EF-4AE7-89FA-34E21F213B75}" type="presOf" srcId="{1CD9AB9A-9DAC-4D0C-ACC5-0F3472C4C8C4}" destId="{9CA908B9-6DDD-49DD-8837-6395314F7A1B}" srcOrd="0" destOrd="0" presId="urn:microsoft.com/office/officeart/2005/8/layout/hProcess7"/>
    <dgm:cxn modelId="{570925DE-0906-4540-A22F-D315AFE2078D}" type="presOf" srcId="{6F0F6ACF-7CFC-4ED0-B3D5-5E650B4EFA9D}" destId="{34650F44-445F-4179-B1DB-5ED30E7C6CC5}" srcOrd="0" destOrd="0" presId="urn:microsoft.com/office/officeart/2005/8/layout/hProcess7"/>
    <dgm:cxn modelId="{5530DAEE-EE3E-4791-853E-3B369B05B2F1}" srcId="{4CF4E0A2-1A32-4ED2-8EE8-3AA0DBF30C10}" destId="{B89AC323-37BF-41E7-8C85-94A315F3F24D}" srcOrd="0" destOrd="0" parTransId="{2EEB8DC3-8CFA-471C-9156-76A90753DC47}" sibTransId="{4AED12A9-9AB5-4408-8ADF-2AD4CB8844B4}"/>
    <dgm:cxn modelId="{EED3C7F8-F28C-42AD-B5A5-97080861DFD9}" srcId="{EE81DE11-332A-457C-9410-F21264DF25E1}" destId="{6F0F6ACF-7CFC-4ED0-B3D5-5E650B4EFA9D}" srcOrd="0" destOrd="0" parTransId="{986CD1C1-B633-492C-9F56-3F4B53902126}" sibTransId="{DBDFBB52-F6F2-4091-A881-F424DA70A8FB}"/>
    <dgm:cxn modelId="{D505D5FA-C120-457D-80BA-FCA290F66376}" srcId="{D63C004E-C23B-48BB-83FC-D1E2A93F9D2C}" destId="{1CD9AB9A-9DAC-4D0C-ACC5-0F3472C4C8C4}" srcOrd="1" destOrd="0" parTransId="{A6947D65-4522-4AB7-B7EF-B6CD2DA6810E}" sibTransId="{A856AD5B-28B8-48B4-AFA2-8E1D0BB194EA}"/>
    <dgm:cxn modelId="{FA142234-877F-4DB2-9A05-0CAA81381722}" type="presParOf" srcId="{995069E7-8969-4107-B8C5-96838B77435F}" destId="{1EF21C3A-FBD6-409B-B9EE-91A2B3966539}" srcOrd="0" destOrd="0" presId="urn:microsoft.com/office/officeart/2005/8/layout/hProcess7"/>
    <dgm:cxn modelId="{410354A8-49A1-48CA-9306-E17DAF7B5174}" type="presParOf" srcId="{1EF21C3A-FBD6-409B-B9EE-91A2B3966539}" destId="{D1C9F059-9D93-467C-A1EA-7AC3D9A70C51}" srcOrd="0" destOrd="0" presId="urn:microsoft.com/office/officeart/2005/8/layout/hProcess7"/>
    <dgm:cxn modelId="{C179D615-7CB4-4594-8805-74A4452A625E}" type="presParOf" srcId="{1EF21C3A-FBD6-409B-B9EE-91A2B3966539}" destId="{2C98B010-6040-4C43-9B87-20626D613796}" srcOrd="1" destOrd="0" presId="urn:microsoft.com/office/officeart/2005/8/layout/hProcess7"/>
    <dgm:cxn modelId="{370C21F4-876E-46B3-85E7-E275B8FEC5C7}" type="presParOf" srcId="{1EF21C3A-FBD6-409B-B9EE-91A2B3966539}" destId="{71234554-0601-4EB2-8760-1373D99A794D}" srcOrd="2" destOrd="0" presId="urn:microsoft.com/office/officeart/2005/8/layout/hProcess7"/>
    <dgm:cxn modelId="{616E6ECA-997F-45ED-B98F-64A8864AE694}" type="presParOf" srcId="{995069E7-8969-4107-B8C5-96838B77435F}" destId="{02832600-12EC-4CBE-8499-B7C072EA30E6}" srcOrd="1" destOrd="0" presId="urn:microsoft.com/office/officeart/2005/8/layout/hProcess7"/>
    <dgm:cxn modelId="{5E28BCC6-21D0-4AF1-8FBB-F6D22A16A5A4}" type="presParOf" srcId="{995069E7-8969-4107-B8C5-96838B77435F}" destId="{DBC7A123-F072-4D61-9BAD-D3D9F80F35F1}" srcOrd="2" destOrd="0" presId="urn:microsoft.com/office/officeart/2005/8/layout/hProcess7"/>
    <dgm:cxn modelId="{F6B993CB-AF83-454C-9DDB-1F1F2D5B1A46}" type="presParOf" srcId="{DBC7A123-F072-4D61-9BAD-D3D9F80F35F1}" destId="{9F40DADC-089A-4416-99BB-9D2F1656DD6F}" srcOrd="0" destOrd="0" presId="urn:microsoft.com/office/officeart/2005/8/layout/hProcess7"/>
    <dgm:cxn modelId="{32DC51E2-67E9-40BC-B1EA-DDCA7E5D58EE}" type="presParOf" srcId="{DBC7A123-F072-4D61-9BAD-D3D9F80F35F1}" destId="{F2E1F714-18DF-42D8-B742-4B3CA2FDE99F}" srcOrd="1" destOrd="0" presId="urn:microsoft.com/office/officeart/2005/8/layout/hProcess7"/>
    <dgm:cxn modelId="{EAF15E92-3E58-4B82-B7D1-C66C81BC61D7}" type="presParOf" srcId="{DBC7A123-F072-4D61-9BAD-D3D9F80F35F1}" destId="{5F3C4C35-74D1-41EA-8294-8CEE3F9801D3}" srcOrd="2" destOrd="0" presId="urn:microsoft.com/office/officeart/2005/8/layout/hProcess7"/>
    <dgm:cxn modelId="{4FEE228B-6DE4-492D-8B31-EC4E5B848567}" type="presParOf" srcId="{995069E7-8969-4107-B8C5-96838B77435F}" destId="{8E540247-0966-4702-B403-01501E40C6B8}" srcOrd="3" destOrd="0" presId="urn:microsoft.com/office/officeart/2005/8/layout/hProcess7"/>
    <dgm:cxn modelId="{F7602D91-9CBE-4D5D-99D8-F7C453761C77}" type="presParOf" srcId="{995069E7-8969-4107-B8C5-96838B77435F}" destId="{8F056702-A610-4D39-989E-2C9A14683F97}" srcOrd="4" destOrd="0" presId="urn:microsoft.com/office/officeart/2005/8/layout/hProcess7"/>
    <dgm:cxn modelId="{6CC09D4D-BC9C-4C57-9791-F6BFBF7B1E54}" type="presParOf" srcId="{8F056702-A610-4D39-989E-2C9A14683F97}" destId="{9CA908B9-6DDD-49DD-8837-6395314F7A1B}" srcOrd="0" destOrd="0" presId="urn:microsoft.com/office/officeart/2005/8/layout/hProcess7"/>
    <dgm:cxn modelId="{84904FA2-EB93-466C-851E-1B631E634317}" type="presParOf" srcId="{8F056702-A610-4D39-989E-2C9A14683F97}" destId="{835AE6EC-7D99-4DC6-BBCC-169B76ED3EA5}" srcOrd="1" destOrd="0" presId="urn:microsoft.com/office/officeart/2005/8/layout/hProcess7"/>
    <dgm:cxn modelId="{0DB3F760-FAB0-4104-8894-B7CBADEE12FF}" type="presParOf" srcId="{8F056702-A610-4D39-989E-2C9A14683F97}" destId="{9F4CB959-CD85-4B87-B2FB-DA21CE5785A0}" srcOrd="2" destOrd="0" presId="urn:microsoft.com/office/officeart/2005/8/layout/hProcess7"/>
    <dgm:cxn modelId="{34049FD2-3A41-44CF-A43D-060F98C8BDA6}" type="presParOf" srcId="{995069E7-8969-4107-B8C5-96838B77435F}" destId="{211A4D84-ED31-4D28-B7D2-DA5CD55152A0}" srcOrd="5" destOrd="0" presId="urn:microsoft.com/office/officeart/2005/8/layout/hProcess7"/>
    <dgm:cxn modelId="{E99ABBB7-51F1-4842-B46D-E94AE0FBC5E6}" type="presParOf" srcId="{995069E7-8969-4107-B8C5-96838B77435F}" destId="{17AA92FB-B6F7-4AD0-8B41-7B7218C3F442}" srcOrd="6" destOrd="0" presId="urn:microsoft.com/office/officeart/2005/8/layout/hProcess7"/>
    <dgm:cxn modelId="{0A7AEC80-23C1-47DE-BBA4-700F57331654}" type="presParOf" srcId="{17AA92FB-B6F7-4AD0-8B41-7B7218C3F442}" destId="{D567D8A0-8916-4D69-90BD-E5B08F6B867B}" srcOrd="0" destOrd="0" presId="urn:microsoft.com/office/officeart/2005/8/layout/hProcess7"/>
    <dgm:cxn modelId="{04D9A098-C95F-4040-8A82-A69D5F40D22C}" type="presParOf" srcId="{17AA92FB-B6F7-4AD0-8B41-7B7218C3F442}" destId="{A10E910D-A639-4EC1-8833-BF7C9F0B870A}" srcOrd="1" destOrd="0" presId="urn:microsoft.com/office/officeart/2005/8/layout/hProcess7"/>
    <dgm:cxn modelId="{8B119557-C2F2-474F-BD19-40CA5495852B}" type="presParOf" srcId="{17AA92FB-B6F7-4AD0-8B41-7B7218C3F442}" destId="{2A5CE9C0-B2B9-41C3-818B-3827F68FF7F6}" srcOrd="2" destOrd="0" presId="urn:microsoft.com/office/officeart/2005/8/layout/hProcess7"/>
    <dgm:cxn modelId="{E08335B5-57E3-43C0-A6B6-3C061EEE229B}" type="presParOf" srcId="{995069E7-8969-4107-B8C5-96838B77435F}" destId="{2D89D0FC-2198-42B6-9205-97BBAB6690C1}" srcOrd="7" destOrd="0" presId="urn:microsoft.com/office/officeart/2005/8/layout/hProcess7"/>
    <dgm:cxn modelId="{27838EF7-A1FA-44CB-A7D2-95C41CEF7E6F}" type="presParOf" srcId="{995069E7-8969-4107-B8C5-96838B77435F}" destId="{6A7B8AB0-BD90-4614-86E9-47C027FED36E}" srcOrd="8" destOrd="0" presId="urn:microsoft.com/office/officeart/2005/8/layout/hProcess7"/>
    <dgm:cxn modelId="{979586B9-BD66-4450-8353-E2AF75C6ACFE}" type="presParOf" srcId="{6A7B8AB0-BD90-4614-86E9-47C027FED36E}" destId="{1162CB28-6AED-4E9C-B520-FBD7554B4130}" srcOrd="0" destOrd="0" presId="urn:microsoft.com/office/officeart/2005/8/layout/hProcess7"/>
    <dgm:cxn modelId="{7AA8258C-3B47-4CED-9560-3449DA80FFFC}" type="presParOf" srcId="{6A7B8AB0-BD90-4614-86E9-47C027FED36E}" destId="{164BF7F7-B615-4925-87C0-F44F44A3530C}" srcOrd="1" destOrd="0" presId="urn:microsoft.com/office/officeart/2005/8/layout/hProcess7"/>
    <dgm:cxn modelId="{6D9F127C-ECA9-46AF-B8DE-7693F202BD8E}" type="presParOf" srcId="{6A7B8AB0-BD90-4614-86E9-47C027FED36E}" destId="{34650F44-445F-4179-B1DB-5ED30E7C6CC5}"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5DED8-CD4F-4605-91E5-9EF80E81253E}">
      <dsp:nvSpPr>
        <dsp:cNvPr id="0" name=""/>
        <dsp:cNvSpPr/>
      </dsp:nvSpPr>
      <dsp:spPr>
        <a:xfrm>
          <a:off x="1771443" y="5641"/>
          <a:ext cx="993682" cy="99368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D5CD0F-5525-4D7B-AA53-51D7BF8D36E2}">
      <dsp:nvSpPr>
        <dsp:cNvPr id="0" name=""/>
        <dsp:cNvSpPr/>
      </dsp:nvSpPr>
      <dsp:spPr>
        <a:xfrm>
          <a:off x="1980116" y="214314"/>
          <a:ext cx="576335" cy="5763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F07319-C444-4E3D-A6BB-A752E1F36785}">
      <dsp:nvSpPr>
        <dsp:cNvPr id="0" name=""/>
        <dsp:cNvSpPr/>
      </dsp:nvSpPr>
      <dsp:spPr>
        <a:xfrm>
          <a:off x="2978057" y="5641"/>
          <a:ext cx="2342250" cy="993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lumMod val="25000"/>
                </a:schemeClr>
              </a:solidFill>
            </a:rPr>
            <a:t>1. Information Literacy</a:t>
          </a:r>
        </a:p>
      </dsp:txBody>
      <dsp:txXfrm>
        <a:off x="2978057" y="5641"/>
        <a:ext cx="2342250" cy="993682"/>
      </dsp:txXfrm>
    </dsp:sp>
    <dsp:sp modelId="{13D4C2F5-AE91-46CF-BBBE-AFABDA4FF0B4}">
      <dsp:nvSpPr>
        <dsp:cNvPr id="0" name=""/>
        <dsp:cNvSpPr/>
      </dsp:nvSpPr>
      <dsp:spPr>
        <a:xfrm>
          <a:off x="5728427" y="5641"/>
          <a:ext cx="993682" cy="99368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C43AC3-718D-4463-A298-30B1FDEEFCAB}">
      <dsp:nvSpPr>
        <dsp:cNvPr id="0" name=""/>
        <dsp:cNvSpPr/>
      </dsp:nvSpPr>
      <dsp:spPr>
        <a:xfrm>
          <a:off x="5937100" y="214314"/>
          <a:ext cx="576335" cy="5763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58B630-6709-4073-A818-653877C9CC2C}">
      <dsp:nvSpPr>
        <dsp:cNvPr id="0" name=""/>
        <dsp:cNvSpPr/>
      </dsp:nvSpPr>
      <dsp:spPr>
        <a:xfrm>
          <a:off x="6935041" y="5641"/>
          <a:ext cx="2342250" cy="993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lumMod val="25000"/>
                </a:schemeClr>
              </a:solidFill>
            </a:rPr>
            <a:t>2. Data Literacy</a:t>
          </a:r>
        </a:p>
      </dsp:txBody>
      <dsp:txXfrm>
        <a:off x="6935041" y="5641"/>
        <a:ext cx="2342250" cy="993682"/>
      </dsp:txXfrm>
    </dsp:sp>
    <dsp:sp modelId="{E034446B-B8AB-419B-8FF1-79F8786E6E0E}">
      <dsp:nvSpPr>
        <dsp:cNvPr id="0" name=""/>
        <dsp:cNvSpPr/>
      </dsp:nvSpPr>
      <dsp:spPr>
        <a:xfrm>
          <a:off x="1771443" y="1770075"/>
          <a:ext cx="993682" cy="99368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24FFCD-AC62-4AEF-BDAA-EB56F35CA8F7}">
      <dsp:nvSpPr>
        <dsp:cNvPr id="0" name=""/>
        <dsp:cNvSpPr/>
      </dsp:nvSpPr>
      <dsp:spPr>
        <a:xfrm>
          <a:off x="1980116" y="1978748"/>
          <a:ext cx="576335" cy="5763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D1CF7-0577-45F5-B544-62EDBD44949A}">
      <dsp:nvSpPr>
        <dsp:cNvPr id="0" name=""/>
        <dsp:cNvSpPr/>
      </dsp:nvSpPr>
      <dsp:spPr>
        <a:xfrm>
          <a:off x="2978057" y="1770075"/>
          <a:ext cx="2342250" cy="993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lumMod val="25000"/>
                </a:schemeClr>
              </a:solidFill>
            </a:rPr>
            <a:t>3. Web Literacy</a:t>
          </a:r>
        </a:p>
      </dsp:txBody>
      <dsp:txXfrm>
        <a:off x="2978057" y="1770075"/>
        <a:ext cx="2342250" cy="993682"/>
      </dsp:txXfrm>
    </dsp:sp>
    <dsp:sp modelId="{14349F37-D011-4E20-98C0-2E565E17B59E}">
      <dsp:nvSpPr>
        <dsp:cNvPr id="0" name=""/>
        <dsp:cNvSpPr/>
      </dsp:nvSpPr>
      <dsp:spPr>
        <a:xfrm>
          <a:off x="5728427" y="1770075"/>
          <a:ext cx="993682" cy="99368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929CE9-2659-43DD-950E-18BF7497AACD}">
      <dsp:nvSpPr>
        <dsp:cNvPr id="0" name=""/>
        <dsp:cNvSpPr/>
      </dsp:nvSpPr>
      <dsp:spPr>
        <a:xfrm>
          <a:off x="5937100" y="1978748"/>
          <a:ext cx="576335" cy="5763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E0AEC1-DD26-40ED-A824-0CF4F23F4E23}">
      <dsp:nvSpPr>
        <dsp:cNvPr id="0" name=""/>
        <dsp:cNvSpPr/>
      </dsp:nvSpPr>
      <dsp:spPr>
        <a:xfrm>
          <a:off x="6935041" y="1770075"/>
          <a:ext cx="2342250" cy="993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lumMod val="25000"/>
                </a:schemeClr>
              </a:solidFill>
            </a:rPr>
            <a:t>4. AI Literacy</a:t>
          </a:r>
        </a:p>
      </dsp:txBody>
      <dsp:txXfrm>
        <a:off x="6935041" y="1770075"/>
        <a:ext cx="2342250" cy="993682"/>
      </dsp:txXfrm>
    </dsp:sp>
    <dsp:sp modelId="{226812BE-4BB1-46FC-AE98-04DB2FF0206B}">
      <dsp:nvSpPr>
        <dsp:cNvPr id="0" name=""/>
        <dsp:cNvSpPr/>
      </dsp:nvSpPr>
      <dsp:spPr>
        <a:xfrm>
          <a:off x="1771443" y="3534509"/>
          <a:ext cx="993682" cy="993682"/>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3AE45E-FBB5-430A-8A82-190024183EE0}">
      <dsp:nvSpPr>
        <dsp:cNvPr id="0" name=""/>
        <dsp:cNvSpPr/>
      </dsp:nvSpPr>
      <dsp:spPr>
        <a:xfrm>
          <a:off x="1980116" y="3743182"/>
          <a:ext cx="576335" cy="5763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921798-9827-4227-AAAC-54F8A75D0A5D}">
      <dsp:nvSpPr>
        <dsp:cNvPr id="0" name=""/>
        <dsp:cNvSpPr/>
      </dsp:nvSpPr>
      <dsp:spPr>
        <a:xfrm>
          <a:off x="2978057" y="3534509"/>
          <a:ext cx="2342250" cy="993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lumMod val="25000"/>
                </a:schemeClr>
              </a:solidFill>
            </a:rPr>
            <a:t>5. Cybersecurity Literacy</a:t>
          </a:r>
        </a:p>
      </dsp:txBody>
      <dsp:txXfrm>
        <a:off x="2978057" y="3534509"/>
        <a:ext cx="2342250" cy="993682"/>
      </dsp:txXfrm>
    </dsp:sp>
    <dsp:sp modelId="{44B673C6-BD8B-454E-9140-A40C9DCCE4CC}">
      <dsp:nvSpPr>
        <dsp:cNvPr id="0" name=""/>
        <dsp:cNvSpPr/>
      </dsp:nvSpPr>
      <dsp:spPr>
        <a:xfrm>
          <a:off x="5728427" y="3534509"/>
          <a:ext cx="993682" cy="99368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1C5B67-CFBC-4B1A-81DA-5539F096BFAD}">
      <dsp:nvSpPr>
        <dsp:cNvPr id="0" name=""/>
        <dsp:cNvSpPr/>
      </dsp:nvSpPr>
      <dsp:spPr>
        <a:xfrm>
          <a:off x="5937100" y="3743182"/>
          <a:ext cx="576335" cy="5763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58BFD2-EF9E-4B9A-BE78-F8C565920A5B}">
      <dsp:nvSpPr>
        <dsp:cNvPr id="0" name=""/>
        <dsp:cNvSpPr/>
      </dsp:nvSpPr>
      <dsp:spPr>
        <a:xfrm>
          <a:off x="6935041" y="3534509"/>
          <a:ext cx="2342250" cy="993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155700">
            <a:lnSpc>
              <a:spcPct val="100000"/>
            </a:lnSpc>
            <a:spcBef>
              <a:spcPct val="0"/>
            </a:spcBef>
            <a:spcAft>
              <a:spcPct val="35000"/>
            </a:spcAft>
            <a:buNone/>
          </a:pPr>
          <a:r>
            <a:rPr lang="en-US" sz="2600" kern="1200" dirty="0">
              <a:solidFill>
                <a:schemeClr val="bg2">
                  <a:lumMod val="25000"/>
                </a:schemeClr>
              </a:solidFill>
            </a:rPr>
            <a:t>6. Microsoft Office Skills</a:t>
          </a:r>
        </a:p>
      </dsp:txBody>
      <dsp:txXfrm>
        <a:off x="6935041" y="3534509"/>
        <a:ext cx="2342250" cy="9936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33A4F-2CAE-4185-8A94-F6270D2550CF}">
      <dsp:nvSpPr>
        <dsp:cNvPr id="0" name=""/>
        <dsp:cNvSpPr/>
      </dsp:nvSpPr>
      <dsp:spPr>
        <a:xfrm>
          <a:off x="2218" y="61341"/>
          <a:ext cx="3151629" cy="1134000"/>
        </a:xfrm>
        <a:prstGeom prst="chevron">
          <a:avLst/>
        </a:prstGeom>
        <a:solidFill>
          <a:schemeClr val="accent2">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tx2">
                  <a:lumMod val="75000"/>
                </a:schemeClr>
              </a:solidFill>
            </a:rPr>
            <a:t>💪🏻 Strengths</a:t>
          </a:r>
        </a:p>
      </dsp:txBody>
      <dsp:txXfrm>
        <a:off x="569218" y="61341"/>
        <a:ext cx="2017629" cy="1134000"/>
      </dsp:txXfrm>
    </dsp:sp>
    <dsp:sp modelId="{6CAFA718-7412-443A-94C2-A442946D6D6D}">
      <dsp:nvSpPr>
        <dsp:cNvPr id="0" name=""/>
        <dsp:cNvSpPr/>
      </dsp:nvSpPr>
      <dsp:spPr>
        <a:xfrm>
          <a:off x="2218" y="1337091"/>
          <a:ext cx="2521303" cy="330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None/>
          </a:pPr>
          <a:r>
            <a:rPr lang="en-US" sz="2100" b="0" i="0" kern="1200" dirty="0">
              <a:solidFill>
                <a:schemeClr val="tx2">
                  <a:lumMod val="50000"/>
                </a:schemeClr>
              </a:solidFill>
            </a:rPr>
            <a:t>Chocolate cotton candy </a:t>
          </a:r>
          <a:r>
            <a:rPr lang="en-US" sz="2100" b="0" i="0" kern="1200" dirty="0" err="1">
              <a:solidFill>
                <a:schemeClr val="tx2">
                  <a:lumMod val="50000"/>
                </a:schemeClr>
              </a:solidFill>
            </a:rPr>
            <a:t>danish</a:t>
          </a:r>
          <a:r>
            <a:rPr lang="en-US" sz="2100" b="0" i="0" kern="1200" dirty="0">
              <a:solidFill>
                <a:schemeClr val="tx2">
                  <a:lumMod val="50000"/>
                </a:schemeClr>
              </a:solidFill>
            </a:rPr>
            <a:t> cotton candy soufflé cake ice cream muffin. Sugar plum gummi bears marshmallow jelly beans powder lollipop bonbon. Jelly beans toffee soufflé </a:t>
          </a:r>
          <a:r>
            <a:rPr lang="en-US" sz="2100" b="0" i="0" kern="1200" dirty="0" err="1">
              <a:solidFill>
                <a:schemeClr val="tx2">
                  <a:lumMod val="50000"/>
                </a:schemeClr>
              </a:solidFill>
            </a:rPr>
            <a:t>soufflé</a:t>
          </a:r>
          <a:r>
            <a:rPr lang="en-US" sz="2100" b="0" i="0" kern="1200" dirty="0">
              <a:solidFill>
                <a:schemeClr val="tx2">
                  <a:lumMod val="50000"/>
                </a:schemeClr>
              </a:solidFill>
            </a:rPr>
            <a:t> candy wafer toffee.</a:t>
          </a:r>
          <a:endParaRPr lang="en-US" sz="2100" kern="1200" dirty="0">
            <a:solidFill>
              <a:schemeClr val="tx2">
                <a:lumMod val="50000"/>
              </a:schemeClr>
            </a:solidFill>
          </a:endParaRPr>
        </a:p>
      </dsp:txBody>
      <dsp:txXfrm>
        <a:off x="2218" y="1337091"/>
        <a:ext cx="2521303" cy="3307500"/>
      </dsp:txXfrm>
    </dsp:sp>
    <dsp:sp modelId="{3DD47565-D64E-4AA6-85B6-7716BCC925A9}">
      <dsp:nvSpPr>
        <dsp:cNvPr id="0" name=""/>
        <dsp:cNvSpPr/>
      </dsp:nvSpPr>
      <dsp:spPr>
        <a:xfrm>
          <a:off x="2937847" y="61341"/>
          <a:ext cx="3151629" cy="1134000"/>
        </a:xfrm>
        <a:prstGeom prst="chevron">
          <a:avLst/>
        </a:prstGeom>
        <a:solidFill>
          <a:srgbClr val="DBD4EC"/>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tx2">
                  <a:lumMod val="75000"/>
                </a:schemeClr>
              </a:solidFill>
            </a:rPr>
            <a:t>🫤 Growth areas</a:t>
          </a:r>
        </a:p>
      </dsp:txBody>
      <dsp:txXfrm>
        <a:off x="3504847" y="61341"/>
        <a:ext cx="2017629" cy="1134000"/>
      </dsp:txXfrm>
    </dsp:sp>
    <dsp:sp modelId="{B578BC92-0F8F-45DB-ADAB-F513E6740DA8}">
      <dsp:nvSpPr>
        <dsp:cNvPr id="0" name=""/>
        <dsp:cNvSpPr/>
      </dsp:nvSpPr>
      <dsp:spPr>
        <a:xfrm>
          <a:off x="2937847" y="1337091"/>
          <a:ext cx="2521303" cy="330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None/>
          </a:pPr>
          <a:r>
            <a:rPr lang="en-US" sz="2100" b="0" i="0" kern="1200" dirty="0">
              <a:solidFill>
                <a:schemeClr val="tx2">
                  <a:lumMod val="50000"/>
                </a:schemeClr>
              </a:solidFill>
            </a:rPr>
            <a:t>Danish muffin jelly-o dragée toffee. Candy brownie macaroon </a:t>
          </a:r>
          <a:r>
            <a:rPr lang="en-US" sz="2100" b="0" i="0" kern="1200" dirty="0" err="1">
              <a:solidFill>
                <a:schemeClr val="tx2">
                  <a:lumMod val="50000"/>
                </a:schemeClr>
              </a:solidFill>
            </a:rPr>
            <a:t>danish</a:t>
          </a:r>
          <a:r>
            <a:rPr lang="en-US" sz="2100" b="0" i="0" kern="1200" dirty="0">
              <a:solidFill>
                <a:schemeClr val="tx2">
                  <a:lumMod val="50000"/>
                </a:schemeClr>
              </a:solidFill>
            </a:rPr>
            <a:t> chocolate bear claw sweet roll. Chupa </a:t>
          </a:r>
          <a:r>
            <a:rPr lang="en-US" sz="2100" b="0" i="0" kern="1200" dirty="0" err="1">
              <a:solidFill>
                <a:schemeClr val="tx2">
                  <a:lumMod val="50000"/>
                </a:schemeClr>
              </a:solidFill>
            </a:rPr>
            <a:t>chups</a:t>
          </a:r>
          <a:r>
            <a:rPr lang="en-US" sz="2100" b="0" i="0" kern="1200" dirty="0">
              <a:solidFill>
                <a:schemeClr val="tx2">
                  <a:lumMod val="50000"/>
                </a:schemeClr>
              </a:solidFill>
            </a:rPr>
            <a:t> topping </a:t>
          </a:r>
          <a:r>
            <a:rPr lang="en-US" sz="2100" b="0" i="0" kern="1200" dirty="0" err="1">
              <a:solidFill>
                <a:schemeClr val="tx2">
                  <a:lumMod val="50000"/>
                </a:schemeClr>
              </a:solidFill>
            </a:rPr>
            <a:t>chupa</a:t>
          </a:r>
          <a:r>
            <a:rPr lang="en-US" sz="2100" b="0" i="0" kern="1200" dirty="0">
              <a:solidFill>
                <a:schemeClr val="tx2">
                  <a:lumMod val="50000"/>
                </a:schemeClr>
              </a:solidFill>
            </a:rPr>
            <a:t> </a:t>
          </a:r>
          <a:r>
            <a:rPr lang="en-US" sz="2100" b="0" i="0" kern="1200" dirty="0" err="1">
              <a:solidFill>
                <a:schemeClr val="tx2">
                  <a:lumMod val="50000"/>
                </a:schemeClr>
              </a:solidFill>
            </a:rPr>
            <a:t>chups</a:t>
          </a:r>
          <a:r>
            <a:rPr lang="en-US" sz="2100" b="0" i="0" kern="1200" dirty="0">
              <a:solidFill>
                <a:schemeClr val="tx2">
                  <a:lumMod val="50000"/>
                </a:schemeClr>
              </a:solidFill>
            </a:rPr>
            <a:t> oat cake pie. Toffee gummi bears soufflé fruitcake </a:t>
          </a:r>
          <a:r>
            <a:rPr lang="en-US" sz="2100" b="0" i="0" kern="1200" dirty="0" err="1">
              <a:solidFill>
                <a:schemeClr val="tx2">
                  <a:lumMod val="50000"/>
                </a:schemeClr>
              </a:solidFill>
            </a:rPr>
            <a:t>liquorice</a:t>
          </a:r>
          <a:r>
            <a:rPr lang="en-US" sz="2100" b="0" i="0" kern="1200" dirty="0">
              <a:solidFill>
                <a:schemeClr val="tx2">
                  <a:lumMod val="50000"/>
                </a:schemeClr>
              </a:solidFill>
            </a:rPr>
            <a:t>.</a:t>
          </a:r>
          <a:endParaRPr lang="en-US" sz="2100" kern="1200" dirty="0">
            <a:solidFill>
              <a:schemeClr val="tx2">
                <a:lumMod val="50000"/>
              </a:schemeClr>
            </a:solidFill>
          </a:endParaRPr>
        </a:p>
      </dsp:txBody>
      <dsp:txXfrm>
        <a:off x="2937847" y="1337091"/>
        <a:ext cx="2521303" cy="3307500"/>
      </dsp:txXfrm>
    </dsp:sp>
    <dsp:sp modelId="{47D53D21-67C6-47CA-AC14-96810C1AAD28}">
      <dsp:nvSpPr>
        <dsp:cNvPr id="0" name=""/>
        <dsp:cNvSpPr/>
      </dsp:nvSpPr>
      <dsp:spPr>
        <a:xfrm>
          <a:off x="5873477" y="61341"/>
          <a:ext cx="3151629" cy="1134000"/>
        </a:xfrm>
        <a:prstGeom prst="chevron">
          <a:avLst/>
        </a:prstGeom>
        <a:solidFill>
          <a:schemeClr val="accent3">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tx2">
                  <a:lumMod val="50000"/>
                </a:schemeClr>
              </a:solidFill>
            </a:rPr>
            <a:t> 🎯Goals</a:t>
          </a:r>
        </a:p>
      </dsp:txBody>
      <dsp:txXfrm>
        <a:off x="6440477" y="61341"/>
        <a:ext cx="2017629" cy="1134000"/>
      </dsp:txXfrm>
    </dsp:sp>
    <dsp:sp modelId="{6C7EBD9F-A6CC-41AC-B34E-F9AB412957E9}">
      <dsp:nvSpPr>
        <dsp:cNvPr id="0" name=""/>
        <dsp:cNvSpPr/>
      </dsp:nvSpPr>
      <dsp:spPr>
        <a:xfrm>
          <a:off x="5873477" y="1337091"/>
          <a:ext cx="2521303" cy="330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Font typeface="Arial" panose="020B0604020202020204" pitchFamily="34" charset="0"/>
            <a:buNone/>
          </a:pPr>
          <a:r>
            <a:rPr lang="en-US" sz="2100" b="0" i="0" kern="1200" dirty="0">
              <a:solidFill>
                <a:schemeClr val="tx2">
                  <a:lumMod val="50000"/>
                </a:schemeClr>
              </a:solidFill>
            </a:rPr>
            <a:t>Shortbread candy soufflé wafer cheesecake muffin.</a:t>
          </a:r>
        </a:p>
        <a:p>
          <a:pPr marL="228600" lvl="1" indent="-228600" algn="l" defTabSz="933450">
            <a:lnSpc>
              <a:spcPct val="90000"/>
            </a:lnSpc>
            <a:spcBef>
              <a:spcPct val="0"/>
            </a:spcBef>
            <a:spcAft>
              <a:spcPct val="15000"/>
            </a:spcAft>
            <a:buFont typeface="Arial" panose="020B0604020202020204" pitchFamily="34" charset="0"/>
            <a:buNone/>
          </a:pPr>
          <a:r>
            <a:rPr lang="en-US" sz="2100" b="0" i="0" kern="1200" dirty="0">
              <a:solidFill>
                <a:schemeClr val="tx2">
                  <a:lumMod val="50000"/>
                </a:schemeClr>
              </a:solidFill>
            </a:rPr>
            <a:t>Chocolate cake jujubes lollipop jelly icing candy canes chocolate caramels biscuit. Cake fruitcake pie candy canes donut.</a:t>
          </a:r>
          <a:endParaRPr lang="en-US" sz="2100" kern="1200" dirty="0">
            <a:solidFill>
              <a:schemeClr val="tx2">
                <a:lumMod val="50000"/>
              </a:schemeClr>
            </a:solidFill>
          </a:endParaRPr>
        </a:p>
      </dsp:txBody>
      <dsp:txXfrm>
        <a:off x="5873477" y="1337091"/>
        <a:ext cx="2521303" cy="3307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2D7B1-C125-4B6D-8BC9-67E22471398D}">
      <dsp:nvSpPr>
        <dsp:cNvPr id="0" name=""/>
        <dsp:cNvSpPr/>
      </dsp:nvSpPr>
      <dsp:spPr>
        <a:xfrm>
          <a:off x="0" y="2551"/>
          <a:ext cx="7861300" cy="1683729"/>
        </a:xfrm>
        <a:prstGeom prst="rect">
          <a:avLst/>
        </a:prstGeom>
        <a:solidFill>
          <a:schemeClr val="accent2">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1200150">
            <a:lnSpc>
              <a:spcPct val="90000"/>
            </a:lnSpc>
            <a:spcBef>
              <a:spcPct val="0"/>
            </a:spcBef>
            <a:spcAft>
              <a:spcPct val="35000"/>
            </a:spcAft>
            <a:buNone/>
          </a:pPr>
          <a:r>
            <a:rPr lang="en-US" sz="2700" b="1" kern="1200" dirty="0">
              <a:solidFill>
                <a:schemeClr val="tx2">
                  <a:lumMod val="75000"/>
                </a:schemeClr>
              </a:solidFill>
            </a:rPr>
            <a:t>💪🏻 Strengths</a:t>
          </a:r>
        </a:p>
        <a:p>
          <a:pPr marL="228600" lvl="1" indent="-228600" algn="l" defTabSz="933450">
            <a:lnSpc>
              <a:spcPct val="90000"/>
            </a:lnSpc>
            <a:spcBef>
              <a:spcPct val="0"/>
            </a:spcBef>
            <a:spcAft>
              <a:spcPct val="15000"/>
            </a:spcAft>
            <a:buNone/>
          </a:pPr>
          <a:r>
            <a:rPr lang="en-US" sz="2100" b="0" i="0" kern="1200" dirty="0">
              <a:solidFill>
                <a:schemeClr val="tx2">
                  <a:lumMod val="50000"/>
                </a:schemeClr>
              </a:solidFill>
            </a:rPr>
            <a:t>Chocolate cotton candy </a:t>
          </a:r>
          <a:r>
            <a:rPr lang="en-US" sz="2100" b="0" i="0" kern="1200" dirty="0" err="1">
              <a:solidFill>
                <a:schemeClr val="tx2">
                  <a:lumMod val="50000"/>
                </a:schemeClr>
              </a:solidFill>
            </a:rPr>
            <a:t>danish</a:t>
          </a:r>
          <a:r>
            <a:rPr lang="en-US" sz="2100" b="0" i="0" kern="1200" dirty="0">
              <a:solidFill>
                <a:schemeClr val="tx2">
                  <a:lumMod val="50000"/>
                </a:schemeClr>
              </a:solidFill>
            </a:rPr>
            <a:t> cotton candy soufflé cake ice cream muffin. Sugar plum gummi bears marshmallow jelly beans powder lollipop bonbon. Jelly beans toffee soufflé </a:t>
          </a:r>
          <a:r>
            <a:rPr lang="en-US" sz="2100" b="0" i="0" kern="1200" dirty="0" err="1">
              <a:solidFill>
                <a:schemeClr val="tx2">
                  <a:lumMod val="50000"/>
                </a:schemeClr>
              </a:solidFill>
            </a:rPr>
            <a:t>soufflé</a:t>
          </a:r>
          <a:r>
            <a:rPr lang="en-US" sz="2100" b="0" i="0" kern="1200" dirty="0">
              <a:solidFill>
                <a:schemeClr val="tx2">
                  <a:lumMod val="50000"/>
                </a:schemeClr>
              </a:solidFill>
            </a:rPr>
            <a:t> candy wafer toffee.</a:t>
          </a:r>
          <a:endParaRPr lang="en-US" sz="2100" kern="1200" dirty="0">
            <a:solidFill>
              <a:schemeClr val="tx2">
                <a:lumMod val="50000"/>
              </a:schemeClr>
            </a:solidFill>
          </a:endParaRPr>
        </a:p>
      </dsp:txBody>
      <dsp:txXfrm>
        <a:off x="0" y="2551"/>
        <a:ext cx="7861300" cy="1683729"/>
      </dsp:txXfrm>
    </dsp:sp>
    <dsp:sp modelId="{862B6E89-106F-4AC4-8A40-B0ACC7010060}">
      <dsp:nvSpPr>
        <dsp:cNvPr id="0" name=""/>
        <dsp:cNvSpPr/>
      </dsp:nvSpPr>
      <dsp:spPr>
        <a:xfrm>
          <a:off x="150649" y="1770467"/>
          <a:ext cx="7560000" cy="1683729"/>
        </a:xfrm>
        <a:prstGeom prst="rect">
          <a:avLst/>
        </a:prstGeom>
        <a:solidFill>
          <a:srgbClr val="DBD4EC"/>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1200150">
            <a:lnSpc>
              <a:spcPct val="90000"/>
            </a:lnSpc>
            <a:spcBef>
              <a:spcPct val="0"/>
            </a:spcBef>
            <a:spcAft>
              <a:spcPct val="35000"/>
            </a:spcAft>
            <a:buNone/>
          </a:pPr>
          <a:r>
            <a:rPr lang="en-US" sz="2700" b="1" kern="1200" dirty="0">
              <a:solidFill>
                <a:schemeClr val="tx2">
                  <a:lumMod val="75000"/>
                </a:schemeClr>
              </a:solidFill>
            </a:rPr>
            <a:t>🫤 Growth areas</a:t>
          </a:r>
        </a:p>
        <a:p>
          <a:pPr marL="228600" lvl="1" indent="-228600" algn="l" defTabSz="933450">
            <a:lnSpc>
              <a:spcPct val="90000"/>
            </a:lnSpc>
            <a:spcBef>
              <a:spcPct val="0"/>
            </a:spcBef>
            <a:spcAft>
              <a:spcPct val="15000"/>
            </a:spcAft>
            <a:buNone/>
          </a:pPr>
          <a:r>
            <a:rPr lang="en-US" sz="2100" b="0" i="0" kern="1200" dirty="0">
              <a:solidFill>
                <a:schemeClr val="tx2">
                  <a:lumMod val="50000"/>
                </a:schemeClr>
              </a:solidFill>
            </a:rPr>
            <a:t>Danish muffin jelly-o dragée toffee. Candy brownie macaroon </a:t>
          </a:r>
          <a:r>
            <a:rPr lang="en-US" sz="2100" b="0" i="0" kern="1200" dirty="0" err="1">
              <a:solidFill>
                <a:schemeClr val="tx2">
                  <a:lumMod val="50000"/>
                </a:schemeClr>
              </a:solidFill>
            </a:rPr>
            <a:t>danish</a:t>
          </a:r>
          <a:r>
            <a:rPr lang="en-US" sz="2100" b="0" i="0" kern="1200" dirty="0">
              <a:solidFill>
                <a:schemeClr val="tx2">
                  <a:lumMod val="50000"/>
                </a:schemeClr>
              </a:solidFill>
            </a:rPr>
            <a:t> chocolate bear claw sweet roll. Chupa </a:t>
          </a:r>
          <a:r>
            <a:rPr lang="en-US" sz="2100" b="0" i="0" kern="1200" dirty="0" err="1">
              <a:solidFill>
                <a:schemeClr val="tx2">
                  <a:lumMod val="50000"/>
                </a:schemeClr>
              </a:solidFill>
            </a:rPr>
            <a:t>chups</a:t>
          </a:r>
          <a:r>
            <a:rPr lang="en-US" sz="2100" b="0" i="0" kern="1200" dirty="0">
              <a:solidFill>
                <a:schemeClr val="tx2">
                  <a:lumMod val="50000"/>
                </a:schemeClr>
              </a:solidFill>
            </a:rPr>
            <a:t> topping </a:t>
          </a:r>
          <a:r>
            <a:rPr lang="en-US" sz="2100" b="0" i="0" kern="1200" dirty="0" err="1">
              <a:solidFill>
                <a:schemeClr val="tx2">
                  <a:lumMod val="50000"/>
                </a:schemeClr>
              </a:solidFill>
            </a:rPr>
            <a:t>chupa</a:t>
          </a:r>
          <a:r>
            <a:rPr lang="en-US" sz="2100" b="0" i="0" kern="1200" dirty="0">
              <a:solidFill>
                <a:schemeClr val="tx2">
                  <a:lumMod val="50000"/>
                </a:schemeClr>
              </a:solidFill>
            </a:rPr>
            <a:t> </a:t>
          </a:r>
          <a:r>
            <a:rPr lang="en-US" sz="2100" b="0" i="0" kern="1200" dirty="0" err="1">
              <a:solidFill>
                <a:schemeClr val="tx2">
                  <a:lumMod val="50000"/>
                </a:schemeClr>
              </a:solidFill>
            </a:rPr>
            <a:t>chups</a:t>
          </a:r>
          <a:r>
            <a:rPr lang="en-US" sz="2100" b="0" i="0" kern="1200" dirty="0">
              <a:solidFill>
                <a:schemeClr val="tx2">
                  <a:lumMod val="50000"/>
                </a:schemeClr>
              </a:solidFill>
            </a:rPr>
            <a:t> oat cake pie. Toffee gummi bears soufflé fruitcake </a:t>
          </a:r>
          <a:r>
            <a:rPr lang="en-US" sz="2100" b="0" i="0" kern="1200" dirty="0" err="1">
              <a:solidFill>
                <a:schemeClr val="tx2">
                  <a:lumMod val="50000"/>
                </a:schemeClr>
              </a:solidFill>
            </a:rPr>
            <a:t>liquorice</a:t>
          </a:r>
          <a:r>
            <a:rPr lang="en-US" sz="2100" b="0" i="0" kern="1200" dirty="0">
              <a:solidFill>
                <a:schemeClr val="tx2">
                  <a:lumMod val="50000"/>
                </a:schemeClr>
              </a:solidFill>
            </a:rPr>
            <a:t>.</a:t>
          </a:r>
          <a:endParaRPr lang="en-US" sz="2100" kern="1200" dirty="0">
            <a:solidFill>
              <a:schemeClr val="tx2">
                <a:lumMod val="50000"/>
              </a:schemeClr>
            </a:solidFill>
          </a:endParaRPr>
        </a:p>
      </dsp:txBody>
      <dsp:txXfrm>
        <a:off x="150649" y="1770467"/>
        <a:ext cx="7560000" cy="1683729"/>
      </dsp:txXfrm>
    </dsp:sp>
    <dsp:sp modelId="{41C94C46-4735-476B-AE59-C69779F8EA12}">
      <dsp:nvSpPr>
        <dsp:cNvPr id="0" name=""/>
        <dsp:cNvSpPr/>
      </dsp:nvSpPr>
      <dsp:spPr>
        <a:xfrm>
          <a:off x="240649" y="3538383"/>
          <a:ext cx="7380000" cy="1683729"/>
        </a:xfrm>
        <a:prstGeom prst="rect">
          <a:avLst/>
        </a:prstGeom>
        <a:solidFill>
          <a:schemeClr val="accent3">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1200150">
            <a:lnSpc>
              <a:spcPct val="90000"/>
            </a:lnSpc>
            <a:spcBef>
              <a:spcPct val="0"/>
            </a:spcBef>
            <a:spcAft>
              <a:spcPct val="35000"/>
            </a:spcAft>
            <a:buNone/>
          </a:pPr>
          <a:r>
            <a:rPr lang="en-US" sz="2700" b="1" kern="1200" dirty="0">
              <a:solidFill>
                <a:schemeClr val="tx2">
                  <a:lumMod val="50000"/>
                </a:schemeClr>
              </a:solidFill>
            </a:rPr>
            <a:t> 🎯Goals</a:t>
          </a:r>
        </a:p>
        <a:p>
          <a:pPr marL="228600" lvl="1" indent="-228600" algn="l" defTabSz="933450">
            <a:lnSpc>
              <a:spcPct val="90000"/>
            </a:lnSpc>
            <a:spcBef>
              <a:spcPct val="0"/>
            </a:spcBef>
            <a:spcAft>
              <a:spcPct val="15000"/>
            </a:spcAft>
            <a:buFont typeface="Arial" panose="020B0604020202020204" pitchFamily="34" charset="0"/>
            <a:buNone/>
          </a:pPr>
          <a:r>
            <a:rPr lang="en-US" sz="2100" b="0" i="0" kern="1200" dirty="0">
              <a:solidFill>
                <a:schemeClr val="tx2">
                  <a:lumMod val="50000"/>
                </a:schemeClr>
              </a:solidFill>
            </a:rPr>
            <a:t>Shortbread candy soufflé wafer cheesecake muffin.</a:t>
          </a:r>
        </a:p>
        <a:p>
          <a:pPr marL="228600" lvl="1" indent="-228600" algn="l" defTabSz="933450">
            <a:lnSpc>
              <a:spcPct val="90000"/>
            </a:lnSpc>
            <a:spcBef>
              <a:spcPct val="0"/>
            </a:spcBef>
            <a:spcAft>
              <a:spcPct val="15000"/>
            </a:spcAft>
            <a:buFont typeface="Arial" panose="020B0604020202020204" pitchFamily="34" charset="0"/>
            <a:buNone/>
          </a:pPr>
          <a:r>
            <a:rPr lang="en-US" sz="2100" b="0" i="0" kern="1200" dirty="0">
              <a:solidFill>
                <a:schemeClr val="tx2">
                  <a:lumMod val="50000"/>
                </a:schemeClr>
              </a:solidFill>
            </a:rPr>
            <a:t>Chocolate cake jujubes lollipop jelly icing candy canes chocolate caramels biscuit. Cake fruitcake pie candy canes donut.</a:t>
          </a:r>
          <a:endParaRPr lang="en-US" sz="2100" kern="1200" dirty="0">
            <a:solidFill>
              <a:schemeClr val="tx2">
                <a:lumMod val="50000"/>
              </a:schemeClr>
            </a:solidFill>
          </a:endParaRPr>
        </a:p>
      </dsp:txBody>
      <dsp:txXfrm>
        <a:off x="240649" y="3538383"/>
        <a:ext cx="7380000" cy="16837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B0A079-251F-4D49-9C83-4E510449BCCD}">
      <dsp:nvSpPr>
        <dsp:cNvPr id="0" name=""/>
        <dsp:cNvSpPr/>
      </dsp:nvSpPr>
      <dsp:spPr>
        <a:xfrm>
          <a:off x="1216" y="137628"/>
          <a:ext cx="2847258" cy="506128"/>
        </a:xfrm>
        <a:prstGeom prst="roundRect">
          <a:avLst>
            <a:gd name="adj" fmla="val 10000"/>
          </a:avLst>
        </a:prstGeom>
        <a:solidFill>
          <a:schemeClr val="accent2">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2">
                  <a:lumMod val="75000"/>
                </a:schemeClr>
              </a:solidFill>
            </a:rPr>
            <a:t>💪🏻 Strengths</a:t>
          </a:r>
        </a:p>
      </dsp:txBody>
      <dsp:txXfrm>
        <a:off x="16040" y="152452"/>
        <a:ext cx="2817610" cy="476480"/>
      </dsp:txXfrm>
    </dsp:sp>
    <dsp:sp modelId="{731B8CC8-7EE8-40B5-BCB9-351FDF4B1F28}">
      <dsp:nvSpPr>
        <dsp:cNvPr id="0" name=""/>
        <dsp:cNvSpPr/>
      </dsp:nvSpPr>
      <dsp:spPr>
        <a:xfrm>
          <a:off x="285942" y="643756"/>
          <a:ext cx="284725" cy="2329285"/>
        </a:xfrm>
        <a:custGeom>
          <a:avLst/>
          <a:gdLst/>
          <a:ahLst/>
          <a:cxnLst/>
          <a:rect l="0" t="0" r="0" b="0"/>
          <a:pathLst>
            <a:path>
              <a:moveTo>
                <a:pt x="0" y="0"/>
              </a:moveTo>
              <a:lnTo>
                <a:pt x="0" y="2329285"/>
              </a:lnTo>
              <a:lnTo>
                <a:pt x="284725" y="2329285"/>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B3DA98-F90B-4D67-B083-39623DE43E24}">
      <dsp:nvSpPr>
        <dsp:cNvPr id="0" name=""/>
        <dsp:cNvSpPr/>
      </dsp:nvSpPr>
      <dsp:spPr>
        <a:xfrm>
          <a:off x="570668" y="999664"/>
          <a:ext cx="2277806" cy="394675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0" i="0" kern="1200" dirty="0">
              <a:solidFill>
                <a:schemeClr val="tx2">
                  <a:lumMod val="50000"/>
                </a:schemeClr>
              </a:solidFill>
            </a:rPr>
            <a:t>Chocolate cotton candy </a:t>
          </a:r>
          <a:r>
            <a:rPr lang="en-US" sz="2000" b="0" i="0" kern="1200" dirty="0" err="1">
              <a:solidFill>
                <a:schemeClr val="tx2">
                  <a:lumMod val="50000"/>
                </a:schemeClr>
              </a:solidFill>
            </a:rPr>
            <a:t>danish</a:t>
          </a:r>
          <a:r>
            <a:rPr lang="en-US" sz="2000" b="0" i="0" kern="1200" dirty="0">
              <a:solidFill>
                <a:schemeClr val="tx2">
                  <a:lumMod val="50000"/>
                </a:schemeClr>
              </a:solidFill>
            </a:rPr>
            <a:t> cotton candy soufflé cake ice cream muffin. Sugar plum gummi bears marshmallow jelly beans powder lollipop bonbon. Jelly beans toffee soufflé </a:t>
          </a:r>
          <a:r>
            <a:rPr lang="en-US" sz="2000" b="0" i="0" kern="1200" dirty="0" err="1">
              <a:solidFill>
                <a:schemeClr val="tx2">
                  <a:lumMod val="50000"/>
                </a:schemeClr>
              </a:solidFill>
            </a:rPr>
            <a:t>soufflé</a:t>
          </a:r>
          <a:r>
            <a:rPr lang="en-US" sz="2000" b="0" i="0" kern="1200" dirty="0">
              <a:solidFill>
                <a:schemeClr val="tx2">
                  <a:lumMod val="50000"/>
                </a:schemeClr>
              </a:solidFill>
            </a:rPr>
            <a:t> candy wafer toffee.</a:t>
          </a:r>
          <a:endParaRPr lang="en-US" sz="2000" kern="1200" dirty="0">
            <a:solidFill>
              <a:schemeClr val="tx2">
                <a:lumMod val="50000"/>
              </a:schemeClr>
            </a:solidFill>
          </a:endParaRPr>
        </a:p>
      </dsp:txBody>
      <dsp:txXfrm>
        <a:off x="637383" y="1066379"/>
        <a:ext cx="2144376" cy="3813325"/>
      </dsp:txXfrm>
    </dsp:sp>
    <dsp:sp modelId="{3419FDD3-26DD-4E88-B739-6D6D58FA277B}">
      <dsp:nvSpPr>
        <dsp:cNvPr id="0" name=""/>
        <dsp:cNvSpPr/>
      </dsp:nvSpPr>
      <dsp:spPr>
        <a:xfrm>
          <a:off x="3560289" y="137628"/>
          <a:ext cx="2847258" cy="517731"/>
        </a:xfrm>
        <a:prstGeom prst="roundRect">
          <a:avLst>
            <a:gd name="adj" fmla="val 10000"/>
          </a:avLst>
        </a:prstGeom>
        <a:solidFill>
          <a:srgbClr val="DBD4EC"/>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2">
                  <a:lumMod val="75000"/>
                </a:schemeClr>
              </a:solidFill>
            </a:rPr>
            <a:t>🫤 Growth areas</a:t>
          </a:r>
        </a:p>
      </dsp:txBody>
      <dsp:txXfrm>
        <a:off x="3575453" y="152792"/>
        <a:ext cx="2816930" cy="487403"/>
      </dsp:txXfrm>
    </dsp:sp>
    <dsp:sp modelId="{8CC9A59A-893C-48A9-8EAC-89137BCA25D1}">
      <dsp:nvSpPr>
        <dsp:cNvPr id="0" name=""/>
        <dsp:cNvSpPr/>
      </dsp:nvSpPr>
      <dsp:spPr>
        <a:xfrm>
          <a:off x="3845015" y="655359"/>
          <a:ext cx="284725" cy="2348881"/>
        </a:xfrm>
        <a:custGeom>
          <a:avLst/>
          <a:gdLst/>
          <a:ahLst/>
          <a:cxnLst/>
          <a:rect l="0" t="0" r="0" b="0"/>
          <a:pathLst>
            <a:path>
              <a:moveTo>
                <a:pt x="0" y="0"/>
              </a:moveTo>
              <a:lnTo>
                <a:pt x="0" y="2348881"/>
              </a:lnTo>
              <a:lnTo>
                <a:pt x="284725" y="2348881"/>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1DC2FB-2141-45D2-9D0E-04DB95518BAB}">
      <dsp:nvSpPr>
        <dsp:cNvPr id="0" name=""/>
        <dsp:cNvSpPr/>
      </dsp:nvSpPr>
      <dsp:spPr>
        <a:xfrm>
          <a:off x="4129741" y="1011266"/>
          <a:ext cx="2277806" cy="398594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3780703"/>
              <a:satOff val="16638"/>
              <a:lumOff val="36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0" i="0" kern="1200" dirty="0">
              <a:solidFill>
                <a:schemeClr val="tx2">
                  <a:lumMod val="50000"/>
                </a:schemeClr>
              </a:solidFill>
            </a:rPr>
            <a:t>Danish muffin jelly-o dragée toffee. Candy brownie macaroon </a:t>
          </a:r>
          <a:r>
            <a:rPr lang="en-US" sz="2000" b="0" i="0" kern="1200" dirty="0" err="1">
              <a:solidFill>
                <a:schemeClr val="tx2">
                  <a:lumMod val="50000"/>
                </a:schemeClr>
              </a:solidFill>
            </a:rPr>
            <a:t>danish</a:t>
          </a:r>
          <a:r>
            <a:rPr lang="en-US" sz="2000" b="0" i="0" kern="1200" dirty="0">
              <a:solidFill>
                <a:schemeClr val="tx2">
                  <a:lumMod val="50000"/>
                </a:schemeClr>
              </a:solidFill>
            </a:rPr>
            <a:t> chocolate bear claw sweet roll. Chupa </a:t>
          </a:r>
          <a:r>
            <a:rPr lang="en-US" sz="2000" b="0" i="0" kern="1200" dirty="0" err="1">
              <a:solidFill>
                <a:schemeClr val="tx2">
                  <a:lumMod val="50000"/>
                </a:schemeClr>
              </a:solidFill>
            </a:rPr>
            <a:t>chups</a:t>
          </a:r>
          <a:r>
            <a:rPr lang="en-US" sz="2000" b="0" i="0" kern="1200" dirty="0">
              <a:solidFill>
                <a:schemeClr val="tx2">
                  <a:lumMod val="50000"/>
                </a:schemeClr>
              </a:solidFill>
            </a:rPr>
            <a:t> topping </a:t>
          </a:r>
          <a:r>
            <a:rPr lang="en-US" sz="2000" b="0" i="0" kern="1200" dirty="0" err="1">
              <a:solidFill>
                <a:schemeClr val="tx2">
                  <a:lumMod val="50000"/>
                </a:schemeClr>
              </a:solidFill>
            </a:rPr>
            <a:t>chupa</a:t>
          </a:r>
          <a:r>
            <a:rPr lang="en-US" sz="2000" b="0" i="0" kern="1200" dirty="0">
              <a:solidFill>
                <a:schemeClr val="tx2">
                  <a:lumMod val="50000"/>
                </a:schemeClr>
              </a:solidFill>
            </a:rPr>
            <a:t> </a:t>
          </a:r>
          <a:r>
            <a:rPr lang="en-US" sz="2000" b="0" i="0" kern="1200" dirty="0" err="1">
              <a:solidFill>
                <a:schemeClr val="tx2">
                  <a:lumMod val="50000"/>
                </a:schemeClr>
              </a:solidFill>
            </a:rPr>
            <a:t>chups</a:t>
          </a:r>
          <a:r>
            <a:rPr lang="en-US" sz="2000" b="0" i="0" kern="1200" dirty="0">
              <a:solidFill>
                <a:schemeClr val="tx2">
                  <a:lumMod val="50000"/>
                </a:schemeClr>
              </a:solidFill>
            </a:rPr>
            <a:t> oat cake pie. Toffee gummi bears soufflé fruitcake </a:t>
          </a:r>
          <a:r>
            <a:rPr lang="en-US" sz="2000" b="0" i="0" kern="1200" dirty="0" err="1">
              <a:solidFill>
                <a:schemeClr val="tx2">
                  <a:lumMod val="50000"/>
                </a:schemeClr>
              </a:solidFill>
            </a:rPr>
            <a:t>liquorice</a:t>
          </a:r>
          <a:r>
            <a:rPr lang="en-US" sz="2000" b="0" i="0" kern="1200" dirty="0">
              <a:solidFill>
                <a:schemeClr val="tx2">
                  <a:lumMod val="50000"/>
                </a:schemeClr>
              </a:solidFill>
            </a:rPr>
            <a:t>.</a:t>
          </a:r>
          <a:endParaRPr lang="en-US" sz="2000" kern="1200" dirty="0">
            <a:solidFill>
              <a:schemeClr val="tx2">
                <a:lumMod val="50000"/>
              </a:schemeClr>
            </a:solidFill>
          </a:endParaRPr>
        </a:p>
      </dsp:txBody>
      <dsp:txXfrm>
        <a:off x="4196456" y="1077981"/>
        <a:ext cx="2144376" cy="3852518"/>
      </dsp:txXfrm>
    </dsp:sp>
    <dsp:sp modelId="{CB399D3D-40EA-43B2-A35C-F36C27C8C203}">
      <dsp:nvSpPr>
        <dsp:cNvPr id="0" name=""/>
        <dsp:cNvSpPr/>
      </dsp:nvSpPr>
      <dsp:spPr>
        <a:xfrm>
          <a:off x="7119362" y="137628"/>
          <a:ext cx="2847258" cy="517731"/>
        </a:xfrm>
        <a:prstGeom prst="roundRect">
          <a:avLst>
            <a:gd name="adj" fmla="val 10000"/>
          </a:avLst>
        </a:prstGeom>
        <a:solidFill>
          <a:schemeClr val="accent3">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schemeClr val="tx2">
                  <a:lumMod val="50000"/>
                </a:schemeClr>
              </a:solidFill>
            </a:rPr>
            <a:t> 🎯Goals</a:t>
          </a:r>
        </a:p>
      </dsp:txBody>
      <dsp:txXfrm>
        <a:off x="7134526" y="152792"/>
        <a:ext cx="2816930" cy="487403"/>
      </dsp:txXfrm>
    </dsp:sp>
    <dsp:sp modelId="{99478F4C-37B9-4BB5-BF63-57FD19796CED}">
      <dsp:nvSpPr>
        <dsp:cNvPr id="0" name=""/>
        <dsp:cNvSpPr/>
      </dsp:nvSpPr>
      <dsp:spPr>
        <a:xfrm>
          <a:off x="7404088" y="655359"/>
          <a:ext cx="285942" cy="2369139"/>
        </a:xfrm>
        <a:custGeom>
          <a:avLst/>
          <a:gdLst/>
          <a:ahLst/>
          <a:cxnLst/>
          <a:rect l="0" t="0" r="0" b="0"/>
          <a:pathLst>
            <a:path>
              <a:moveTo>
                <a:pt x="0" y="0"/>
              </a:moveTo>
              <a:lnTo>
                <a:pt x="0" y="2369139"/>
              </a:lnTo>
              <a:lnTo>
                <a:pt x="285942" y="2369139"/>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99AC75-B3DE-45CD-A78F-4398434AD866}">
      <dsp:nvSpPr>
        <dsp:cNvPr id="0" name=""/>
        <dsp:cNvSpPr/>
      </dsp:nvSpPr>
      <dsp:spPr>
        <a:xfrm>
          <a:off x="7690031" y="1044223"/>
          <a:ext cx="2277806" cy="3960550"/>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7561406"/>
              <a:satOff val="33276"/>
              <a:lumOff val="72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0" i="0" kern="1200" dirty="0">
              <a:solidFill>
                <a:schemeClr val="tx2">
                  <a:lumMod val="50000"/>
                </a:schemeClr>
              </a:solidFill>
            </a:rPr>
            <a:t>Shortbread candy soufflé wafer cheesecake muffin.</a:t>
          </a:r>
        </a:p>
        <a:p>
          <a:pPr marL="0" lvl="0" indent="0" algn="ctr" defTabSz="889000">
            <a:lnSpc>
              <a:spcPct val="90000"/>
            </a:lnSpc>
            <a:spcBef>
              <a:spcPct val="0"/>
            </a:spcBef>
            <a:spcAft>
              <a:spcPct val="35000"/>
            </a:spcAft>
            <a:buFont typeface="Arial" panose="020B0604020202020204" pitchFamily="34" charset="0"/>
            <a:buNone/>
          </a:pPr>
          <a:r>
            <a:rPr lang="en-US" sz="2000" b="0" i="0" kern="1200" dirty="0">
              <a:solidFill>
                <a:schemeClr val="tx2">
                  <a:lumMod val="50000"/>
                </a:schemeClr>
              </a:solidFill>
            </a:rPr>
            <a:t>Chocolate cake jujubes lollipop jelly icing candy canes chocolate caramels biscuit. Cake fruitcake pie candy canes donut.</a:t>
          </a:r>
          <a:endParaRPr lang="en-US" sz="2000" kern="1200" dirty="0">
            <a:solidFill>
              <a:schemeClr val="tx2">
                <a:lumMod val="50000"/>
              </a:schemeClr>
            </a:solidFill>
          </a:endParaRPr>
        </a:p>
      </dsp:txBody>
      <dsp:txXfrm>
        <a:off x="7756746" y="1110938"/>
        <a:ext cx="2144376" cy="3827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CF8105-9214-4752-8A3B-F9467E8BBC8A}">
      <dsp:nvSpPr>
        <dsp:cNvPr id="0" name=""/>
        <dsp:cNvSpPr/>
      </dsp:nvSpPr>
      <dsp:spPr>
        <a:xfrm>
          <a:off x="4501" y="891750"/>
          <a:ext cx="1117742" cy="1117742"/>
        </a:xfrm>
        <a:prstGeom prst="chord">
          <a:avLst>
            <a:gd name="adj1" fmla="val 4800000"/>
            <a:gd name="adj2" fmla="val 1680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C7B2FE-584D-4A02-8661-05577D6ACE96}">
      <dsp:nvSpPr>
        <dsp:cNvPr id="0" name=""/>
        <dsp:cNvSpPr/>
      </dsp:nvSpPr>
      <dsp:spPr>
        <a:xfrm>
          <a:off x="116275" y="1003525"/>
          <a:ext cx="894194" cy="894194"/>
        </a:xfrm>
        <a:prstGeom prst="pie">
          <a:avLst>
            <a:gd name="adj1" fmla="val 12600000"/>
            <a:gd name="adj2" fmla="val 1620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E71A37-51FF-4E6A-BAEF-E4A41EB50ACE}">
      <dsp:nvSpPr>
        <dsp:cNvPr id="0" name=""/>
        <dsp:cNvSpPr/>
      </dsp:nvSpPr>
      <dsp:spPr>
        <a:xfrm rot="16200000">
          <a:off x="-1280902" y="3406671"/>
          <a:ext cx="3241453" cy="670645"/>
        </a:xfrm>
        <a:prstGeom prst="rect">
          <a:avLst/>
        </a:prstGeom>
        <a:solidFill>
          <a:schemeClr val="accent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555750">
            <a:lnSpc>
              <a:spcPct val="90000"/>
            </a:lnSpc>
            <a:spcBef>
              <a:spcPct val="0"/>
            </a:spcBef>
            <a:spcAft>
              <a:spcPct val="35000"/>
            </a:spcAft>
            <a:buNone/>
          </a:pPr>
          <a:r>
            <a:rPr lang="en-US" sz="3500" b="1" kern="1200" dirty="0">
              <a:solidFill>
                <a:schemeClr val="tx2">
                  <a:lumMod val="75000"/>
                </a:schemeClr>
              </a:solidFill>
            </a:rPr>
            <a:t>💪🏻 Strengths</a:t>
          </a:r>
        </a:p>
      </dsp:txBody>
      <dsp:txXfrm>
        <a:off x="-1280902" y="3406671"/>
        <a:ext cx="3241453" cy="670645"/>
      </dsp:txXfrm>
    </dsp:sp>
    <dsp:sp modelId="{5B75236A-96B9-45F1-82B2-11ACD5E294AB}">
      <dsp:nvSpPr>
        <dsp:cNvPr id="0" name=""/>
        <dsp:cNvSpPr/>
      </dsp:nvSpPr>
      <dsp:spPr>
        <a:xfrm>
          <a:off x="786921" y="891750"/>
          <a:ext cx="2235485" cy="4470970"/>
        </a:xfrm>
        <a:prstGeom prst="rect">
          <a:avLst/>
        </a:prstGeom>
        <a:solidFill>
          <a:srgbClr val="FFFFFF"/>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b="0" i="0" kern="1200" dirty="0">
              <a:solidFill>
                <a:schemeClr val="tx2">
                  <a:lumMod val="50000"/>
                </a:schemeClr>
              </a:solidFill>
            </a:rPr>
            <a:t>Chocolate cotton candy </a:t>
          </a:r>
          <a:r>
            <a:rPr lang="en-US" sz="2200" b="0" i="0" kern="1200" dirty="0" err="1">
              <a:solidFill>
                <a:schemeClr val="tx2">
                  <a:lumMod val="50000"/>
                </a:schemeClr>
              </a:solidFill>
            </a:rPr>
            <a:t>danish</a:t>
          </a:r>
          <a:r>
            <a:rPr lang="en-US" sz="2200" b="0" i="0" kern="1200" dirty="0">
              <a:solidFill>
                <a:schemeClr val="tx2">
                  <a:lumMod val="50000"/>
                </a:schemeClr>
              </a:solidFill>
            </a:rPr>
            <a:t> cotton candy soufflé cake ice cream muffin. Sugar plum gummi bears marshmallow jelly beans powder lollipop bonbon. Jelly beans toffee soufflé </a:t>
          </a:r>
          <a:r>
            <a:rPr lang="en-US" sz="2200" b="0" i="0" kern="1200" dirty="0" err="1">
              <a:solidFill>
                <a:schemeClr val="tx2">
                  <a:lumMod val="50000"/>
                </a:schemeClr>
              </a:solidFill>
            </a:rPr>
            <a:t>soufflé</a:t>
          </a:r>
          <a:r>
            <a:rPr lang="en-US" sz="2200" b="0" i="0" kern="1200" dirty="0">
              <a:solidFill>
                <a:schemeClr val="tx2">
                  <a:lumMod val="50000"/>
                </a:schemeClr>
              </a:solidFill>
            </a:rPr>
            <a:t> candy wafer toffee.</a:t>
          </a:r>
          <a:endParaRPr lang="en-US" sz="2200" kern="1200" dirty="0">
            <a:solidFill>
              <a:schemeClr val="tx2">
                <a:lumMod val="50000"/>
              </a:schemeClr>
            </a:solidFill>
          </a:endParaRPr>
        </a:p>
      </dsp:txBody>
      <dsp:txXfrm>
        <a:off x="786921" y="891750"/>
        <a:ext cx="2235485" cy="4470970"/>
      </dsp:txXfrm>
    </dsp:sp>
    <dsp:sp modelId="{24EEE86D-84EA-4189-AF96-42B9E6516F81}">
      <dsp:nvSpPr>
        <dsp:cNvPr id="0" name=""/>
        <dsp:cNvSpPr/>
      </dsp:nvSpPr>
      <dsp:spPr>
        <a:xfrm>
          <a:off x="3315551" y="891750"/>
          <a:ext cx="1117742" cy="1117742"/>
        </a:xfrm>
        <a:prstGeom prst="chord">
          <a:avLst>
            <a:gd name="adj1" fmla="val 4800000"/>
            <a:gd name="adj2" fmla="val 1680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24B579-6375-4CF5-8A5E-9406E987DED0}">
      <dsp:nvSpPr>
        <dsp:cNvPr id="0" name=""/>
        <dsp:cNvSpPr/>
      </dsp:nvSpPr>
      <dsp:spPr>
        <a:xfrm>
          <a:off x="3427325" y="1003525"/>
          <a:ext cx="894194" cy="894194"/>
        </a:xfrm>
        <a:prstGeom prst="pie">
          <a:avLst>
            <a:gd name="adj1" fmla="val 9000000"/>
            <a:gd name="adj2" fmla="val 16200000"/>
          </a:avLst>
        </a:prstGeom>
        <a:solidFill>
          <a:schemeClr val="accent2">
            <a:hueOff val="3780703"/>
            <a:satOff val="16638"/>
            <a:lumOff val="3627"/>
            <a:alphaOff val="0"/>
          </a:schemeClr>
        </a:solidFill>
        <a:ln w="19050" cap="flat" cmpd="sng" algn="ctr">
          <a:solidFill>
            <a:schemeClr val="accent2">
              <a:hueOff val="3780703"/>
              <a:satOff val="16638"/>
              <a:lumOff val="36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DA8947-7939-4F54-95CB-714528E33E0A}">
      <dsp:nvSpPr>
        <dsp:cNvPr id="0" name=""/>
        <dsp:cNvSpPr/>
      </dsp:nvSpPr>
      <dsp:spPr>
        <a:xfrm rot="16200000">
          <a:off x="2030147" y="3406671"/>
          <a:ext cx="3241453" cy="670645"/>
        </a:xfrm>
        <a:prstGeom prst="rect">
          <a:avLst/>
        </a:prstGeom>
        <a:solidFill>
          <a:srgbClr val="DBD4EC"/>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555750">
            <a:lnSpc>
              <a:spcPct val="90000"/>
            </a:lnSpc>
            <a:spcBef>
              <a:spcPct val="0"/>
            </a:spcBef>
            <a:spcAft>
              <a:spcPct val="35000"/>
            </a:spcAft>
            <a:buNone/>
          </a:pPr>
          <a:r>
            <a:rPr lang="en-US" sz="3500" b="1" kern="1200" dirty="0">
              <a:solidFill>
                <a:schemeClr val="tx2">
                  <a:lumMod val="75000"/>
                </a:schemeClr>
              </a:solidFill>
            </a:rPr>
            <a:t>🫤 Growth areas</a:t>
          </a:r>
        </a:p>
      </dsp:txBody>
      <dsp:txXfrm>
        <a:off x="2030147" y="3406671"/>
        <a:ext cx="3241453" cy="670645"/>
      </dsp:txXfrm>
    </dsp:sp>
    <dsp:sp modelId="{23D4E1E8-D654-4AAD-98CA-0C07D36D7161}">
      <dsp:nvSpPr>
        <dsp:cNvPr id="0" name=""/>
        <dsp:cNvSpPr/>
      </dsp:nvSpPr>
      <dsp:spPr>
        <a:xfrm>
          <a:off x="4097971" y="891750"/>
          <a:ext cx="2235485" cy="4470970"/>
        </a:xfrm>
        <a:prstGeom prst="rect">
          <a:avLst/>
        </a:prstGeom>
        <a:solidFill>
          <a:srgbClr val="FFFFFF"/>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None/>
          </a:pPr>
          <a:r>
            <a:rPr lang="en-US" sz="2200" b="0" i="0" kern="1200" dirty="0">
              <a:solidFill>
                <a:schemeClr val="tx2">
                  <a:lumMod val="50000"/>
                </a:schemeClr>
              </a:solidFill>
            </a:rPr>
            <a:t>Danish muffin jelly-o dragée toffee. Candy brownie macaroon </a:t>
          </a:r>
          <a:r>
            <a:rPr lang="en-US" sz="2200" b="0" i="0" kern="1200" dirty="0" err="1">
              <a:solidFill>
                <a:schemeClr val="tx2">
                  <a:lumMod val="50000"/>
                </a:schemeClr>
              </a:solidFill>
            </a:rPr>
            <a:t>danish</a:t>
          </a:r>
          <a:r>
            <a:rPr lang="en-US" sz="2200" b="0" i="0" kern="1200" dirty="0">
              <a:solidFill>
                <a:schemeClr val="tx2">
                  <a:lumMod val="50000"/>
                </a:schemeClr>
              </a:solidFill>
            </a:rPr>
            <a:t> chocolate bear claw sweet roll. Chupa </a:t>
          </a:r>
          <a:r>
            <a:rPr lang="en-US" sz="2200" b="0" i="0" kern="1200" dirty="0" err="1">
              <a:solidFill>
                <a:schemeClr val="tx2">
                  <a:lumMod val="50000"/>
                </a:schemeClr>
              </a:solidFill>
            </a:rPr>
            <a:t>chups</a:t>
          </a:r>
          <a:r>
            <a:rPr lang="en-US" sz="2200" b="0" i="0" kern="1200" dirty="0">
              <a:solidFill>
                <a:schemeClr val="tx2">
                  <a:lumMod val="50000"/>
                </a:schemeClr>
              </a:solidFill>
            </a:rPr>
            <a:t> topping </a:t>
          </a:r>
          <a:r>
            <a:rPr lang="en-US" sz="2200" b="0" i="0" kern="1200" dirty="0" err="1">
              <a:solidFill>
                <a:schemeClr val="tx2">
                  <a:lumMod val="50000"/>
                </a:schemeClr>
              </a:solidFill>
            </a:rPr>
            <a:t>chupa</a:t>
          </a:r>
          <a:r>
            <a:rPr lang="en-US" sz="2200" b="0" i="0" kern="1200" dirty="0">
              <a:solidFill>
                <a:schemeClr val="tx2">
                  <a:lumMod val="50000"/>
                </a:schemeClr>
              </a:solidFill>
            </a:rPr>
            <a:t> </a:t>
          </a:r>
          <a:r>
            <a:rPr lang="en-US" sz="2200" b="0" i="0" kern="1200" dirty="0" err="1">
              <a:solidFill>
                <a:schemeClr val="tx2">
                  <a:lumMod val="50000"/>
                </a:schemeClr>
              </a:solidFill>
            </a:rPr>
            <a:t>chups</a:t>
          </a:r>
          <a:r>
            <a:rPr lang="en-US" sz="2200" b="0" i="0" kern="1200" dirty="0">
              <a:solidFill>
                <a:schemeClr val="tx2">
                  <a:lumMod val="50000"/>
                </a:schemeClr>
              </a:solidFill>
            </a:rPr>
            <a:t> oat cake pie. Toffee gummi bears soufflé fruitcake </a:t>
          </a:r>
          <a:r>
            <a:rPr lang="en-US" sz="2200" b="0" i="0" kern="1200" dirty="0" err="1">
              <a:solidFill>
                <a:schemeClr val="tx2">
                  <a:lumMod val="50000"/>
                </a:schemeClr>
              </a:solidFill>
            </a:rPr>
            <a:t>liquorice</a:t>
          </a:r>
          <a:r>
            <a:rPr lang="en-US" sz="2200" b="0" i="0" kern="1200" dirty="0">
              <a:solidFill>
                <a:schemeClr val="tx2">
                  <a:lumMod val="50000"/>
                </a:schemeClr>
              </a:solidFill>
            </a:rPr>
            <a:t>.</a:t>
          </a:r>
          <a:endParaRPr lang="en-US" sz="2200" kern="1200" dirty="0">
            <a:solidFill>
              <a:schemeClr val="tx2">
                <a:lumMod val="50000"/>
              </a:schemeClr>
            </a:solidFill>
          </a:endParaRPr>
        </a:p>
      </dsp:txBody>
      <dsp:txXfrm>
        <a:off x="4097971" y="891750"/>
        <a:ext cx="2235485" cy="4470970"/>
      </dsp:txXfrm>
    </dsp:sp>
    <dsp:sp modelId="{41AFE674-3C2C-4C6A-9148-8BA5419173AF}">
      <dsp:nvSpPr>
        <dsp:cNvPr id="0" name=""/>
        <dsp:cNvSpPr/>
      </dsp:nvSpPr>
      <dsp:spPr>
        <a:xfrm>
          <a:off x="6626601" y="891750"/>
          <a:ext cx="1117742" cy="1117742"/>
        </a:xfrm>
        <a:prstGeom prst="chord">
          <a:avLst>
            <a:gd name="adj1" fmla="val 4800000"/>
            <a:gd name="adj2" fmla="val 1680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6A31BC-BF02-45E3-A861-4E38054AF4BC}">
      <dsp:nvSpPr>
        <dsp:cNvPr id="0" name=""/>
        <dsp:cNvSpPr/>
      </dsp:nvSpPr>
      <dsp:spPr>
        <a:xfrm>
          <a:off x="6738375" y="1003525"/>
          <a:ext cx="894194" cy="894194"/>
        </a:xfrm>
        <a:prstGeom prst="pie">
          <a:avLst>
            <a:gd name="adj1" fmla="val 5400000"/>
            <a:gd name="adj2" fmla="val 16200000"/>
          </a:avLst>
        </a:prstGeom>
        <a:solidFill>
          <a:schemeClr val="accent2">
            <a:hueOff val="7561406"/>
            <a:satOff val="33276"/>
            <a:lumOff val="7254"/>
            <a:alphaOff val="0"/>
          </a:schemeClr>
        </a:solidFill>
        <a:ln w="19050" cap="flat" cmpd="sng" algn="ctr">
          <a:solidFill>
            <a:schemeClr val="accent2">
              <a:hueOff val="7561406"/>
              <a:satOff val="33276"/>
              <a:lumOff val="72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FF7C10-C106-4ED0-B638-613AC81E0B81}">
      <dsp:nvSpPr>
        <dsp:cNvPr id="0" name=""/>
        <dsp:cNvSpPr/>
      </dsp:nvSpPr>
      <dsp:spPr>
        <a:xfrm rot="16200000">
          <a:off x="5341197" y="3406671"/>
          <a:ext cx="3241453" cy="670645"/>
        </a:xfrm>
        <a:prstGeom prst="rect">
          <a:avLst/>
        </a:prstGeom>
        <a:solidFill>
          <a:schemeClr val="accent3">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555750">
            <a:lnSpc>
              <a:spcPct val="90000"/>
            </a:lnSpc>
            <a:spcBef>
              <a:spcPct val="0"/>
            </a:spcBef>
            <a:spcAft>
              <a:spcPct val="35000"/>
            </a:spcAft>
            <a:buNone/>
          </a:pPr>
          <a:r>
            <a:rPr lang="en-US" sz="3500" b="1" kern="1200" dirty="0">
              <a:solidFill>
                <a:schemeClr val="tx2">
                  <a:lumMod val="50000"/>
                </a:schemeClr>
              </a:solidFill>
            </a:rPr>
            <a:t> 🎯Goals</a:t>
          </a:r>
        </a:p>
      </dsp:txBody>
      <dsp:txXfrm>
        <a:off x="5341197" y="3406671"/>
        <a:ext cx="3241453" cy="670645"/>
      </dsp:txXfrm>
    </dsp:sp>
    <dsp:sp modelId="{A8EB68C4-3F88-45E8-AB44-73F485D985F6}">
      <dsp:nvSpPr>
        <dsp:cNvPr id="0" name=""/>
        <dsp:cNvSpPr/>
      </dsp:nvSpPr>
      <dsp:spPr>
        <a:xfrm>
          <a:off x="7409021" y="891750"/>
          <a:ext cx="2235485" cy="4470970"/>
        </a:xfrm>
        <a:prstGeom prst="rect">
          <a:avLst/>
        </a:prstGeom>
        <a:solidFill>
          <a:srgbClr val="FFFFFF"/>
        </a:solid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90000"/>
            </a:lnSpc>
            <a:spcBef>
              <a:spcPct val="0"/>
            </a:spcBef>
            <a:spcAft>
              <a:spcPct val="35000"/>
            </a:spcAft>
            <a:buFont typeface="Arial" panose="020B0604020202020204" pitchFamily="34" charset="0"/>
            <a:buNone/>
          </a:pPr>
          <a:r>
            <a:rPr lang="en-US" sz="2200" b="0" i="0" kern="1200" dirty="0">
              <a:solidFill>
                <a:schemeClr val="tx2">
                  <a:lumMod val="50000"/>
                </a:schemeClr>
              </a:solidFill>
            </a:rPr>
            <a:t>Shortbread candy soufflé wafer cheesecake muffin.</a:t>
          </a:r>
        </a:p>
        <a:p>
          <a:pPr marL="0" lvl="0" indent="0" algn="l" defTabSz="977900">
            <a:lnSpc>
              <a:spcPct val="90000"/>
            </a:lnSpc>
            <a:spcBef>
              <a:spcPct val="0"/>
            </a:spcBef>
            <a:spcAft>
              <a:spcPct val="35000"/>
            </a:spcAft>
            <a:buFont typeface="Arial" panose="020B0604020202020204" pitchFamily="34" charset="0"/>
            <a:buNone/>
          </a:pPr>
          <a:r>
            <a:rPr lang="en-US" sz="2200" b="0" i="0" kern="1200" dirty="0">
              <a:solidFill>
                <a:schemeClr val="tx2">
                  <a:lumMod val="50000"/>
                </a:schemeClr>
              </a:solidFill>
            </a:rPr>
            <a:t>Chocolate cake jujubes lollipop jelly icing candy canes chocolate caramels biscuit. Cake fruitcake pie candy canes donut.</a:t>
          </a:r>
          <a:endParaRPr lang="en-US" sz="2200" kern="1200" dirty="0">
            <a:solidFill>
              <a:schemeClr val="tx2">
                <a:lumMod val="50000"/>
              </a:schemeClr>
            </a:solidFill>
          </a:endParaRPr>
        </a:p>
        <a:p>
          <a:pPr marL="0" lvl="0" indent="0" algn="l" defTabSz="977900">
            <a:lnSpc>
              <a:spcPct val="90000"/>
            </a:lnSpc>
            <a:spcBef>
              <a:spcPct val="0"/>
            </a:spcBef>
            <a:spcAft>
              <a:spcPct val="35000"/>
            </a:spcAft>
            <a:buNone/>
          </a:pPr>
          <a:endParaRPr lang="en-US" sz="2200" kern="1200" dirty="0"/>
        </a:p>
      </dsp:txBody>
      <dsp:txXfrm>
        <a:off x="7409021" y="891750"/>
        <a:ext cx="2235485" cy="44709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18C4E-032F-4B09-B93F-4F169CF4D59A}">
      <dsp:nvSpPr>
        <dsp:cNvPr id="0" name=""/>
        <dsp:cNvSpPr/>
      </dsp:nvSpPr>
      <dsp:spPr>
        <a:xfrm>
          <a:off x="0" y="8731"/>
          <a:ext cx="3111499" cy="435609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2585" tIns="330200" rIns="242585" bIns="330200" numCol="1" spcCol="1270" anchor="t" anchorCtr="0">
          <a:noAutofit/>
        </a:bodyPr>
        <a:lstStyle/>
        <a:p>
          <a:pPr marL="0" lvl="0" indent="0" algn="l" defTabSz="1022350">
            <a:lnSpc>
              <a:spcPct val="90000"/>
            </a:lnSpc>
            <a:spcBef>
              <a:spcPct val="0"/>
            </a:spcBef>
            <a:spcAft>
              <a:spcPct val="35000"/>
            </a:spcAft>
            <a:buNone/>
          </a:pPr>
          <a:r>
            <a:rPr lang="en-US" sz="2300" b="1" kern="1200" dirty="0">
              <a:solidFill>
                <a:schemeClr val="accent2">
                  <a:lumMod val="75000"/>
                </a:schemeClr>
              </a:solidFill>
            </a:rPr>
            <a:t>Devices</a:t>
          </a:r>
          <a:r>
            <a:rPr lang="en-US" sz="2300" kern="1200" dirty="0"/>
            <a:t>: Enable Windows BitLocker to encrypt my filesystem against physical theft or loss</a:t>
          </a:r>
        </a:p>
      </dsp:txBody>
      <dsp:txXfrm>
        <a:off x="0" y="1664049"/>
        <a:ext cx="3111499" cy="2613659"/>
      </dsp:txXfrm>
    </dsp:sp>
    <dsp:sp modelId="{617BC965-9730-433B-9811-1FD4099D2305}">
      <dsp:nvSpPr>
        <dsp:cNvPr id="0" name=""/>
        <dsp:cNvSpPr/>
      </dsp:nvSpPr>
      <dsp:spPr>
        <a:xfrm>
          <a:off x="279408" y="579898"/>
          <a:ext cx="1306829" cy="1306829"/>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886" tIns="12700" rIns="101886"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endParaRPr lang="en-US" sz="4800" kern="1200" dirty="0"/>
        </a:p>
      </dsp:txBody>
      <dsp:txXfrm>
        <a:off x="470789" y="771279"/>
        <a:ext cx="924067" cy="924067"/>
      </dsp:txXfrm>
    </dsp:sp>
    <dsp:sp modelId="{3B16A342-4D32-4346-93E8-32FF8899F30D}">
      <dsp:nvSpPr>
        <dsp:cNvPr id="0" name=""/>
        <dsp:cNvSpPr/>
      </dsp:nvSpPr>
      <dsp:spPr>
        <a:xfrm>
          <a:off x="0" y="4364759"/>
          <a:ext cx="3111499" cy="7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F40FA8-40DA-4763-BEBF-0117DE3FB21D}">
      <dsp:nvSpPr>
        <dsp:cNvPr id="0" name=""/>
        <dsp:cNvSpPr/>
      </dsp:nvSpPr>
      <dsp:spPr>
        <a:xfrm>
          <a:off x="3422650" y="8731"/>
          <a:ext cx="3111499" cy="435609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2585" tIns="330200" rIns="242585" bIns="330200" numCol="1" spcCol="1270" anchor="t" anchorCtr="0">
          <a:noAutofit/>
        </a:bodyPr>
        <a:lstStyle/>
        <a:p>
          <a:pPr marL="0" lvl="0" indent="0" algn="l" defTabSz="1022350">
            <a:lnSpc>
              <a:spcPct val="90000"/>
            </a:lnSpc>
            <a:spcBef>
              <a:spcPct val="0"/>
            </a:spcBef>
            <a:spcAft>
              <a:spcPct val="35000"/>
            </a:spcAft>
            <a:buNone/>
          </a:pPr>
          <a:r>
            <a:rPr lang="en-US" sz="2300" b="1" kern="1200" dirty="0">
              <a:solidFill>
                <a:schemeClr val="accent3"/>
              </a:solidFill>
            </a:rPr>
            <a:t>Accounts</a:t>
          </a:r>
          <a:r>
            <a:rPr lang="en-US" sz="2300" kern="1200" dirty="0"/>
            <a:t>: Expand use of two-factor authentication beyond banking and school accounts to online shopping</a:t>
          </a:r>
        </a:p>
      </dsp:txBody>
      <dsp:txXfrm>
        <a:off x="3422650" y="1664049"/>
        <a:ext cx="3111499" cy="2613659"/>
      </dsp:txXfrm>
    </dsp:sp>
    <dsp:sp modelId="{E4B0B047-78F5-4A48-AF75-DD907CB1239A}">
      <dsp:nvSpPr>
        <dsp:cNvPr id="0" name=""/>
        <dsp:cNvSpPr/>
      </dsp:nvSpPr>
      <dsp:spPr>
        <a:xfrm>
          <a:off x="4667884" y="128415"/>
          <a:ext cx="1306829" cy="1306829"/>
        </a:xfrm>
        <a:prstGeom prst="ellips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886" tIns="12700" rIns="101886"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59265" y="319796"/>
        <a:ext cx="924067" cy="924067"/>
      </dsp:txXfrm>
    </dsp:sp>
    <dsp:sp modelId="{6A5AF982-837C-4E01-827C-CF555D90F679}">
      <dsp:nvSpPr>
        <dsp:cNvPr id="0" name=""/>
        <dsp:cNvSpPr/>
      </dsp:nvSpPr>
      <dsp:spPr>
        <a:xfrm>
          <a:off x="3422650" y="4364759"/>
          <a:ext cx="3111499" cy="7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5BBBC2-4FD8-4378-BF01-BD8495FE8644}">
      <dsp:nvSpPr>
        <dsp:cNvPr id="0" name=""/>
        <dsp:cNvSpPr/>
      </dsp:nvSpPr>
      <dsp:spPr>
        <a:xfrm>
          <a:off x="6845300" y="8731"/>
          <a:ext cx="3111499" cy="435609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2585" tIns="330200" rIns="242585" bIns="330200" numCol="1" spcCol="1270" anchor="t" anchorCtr="0">
          <a:noAutofit/>
        </a:bodyPr>
        <a:lstStyle/>
        <a:p>
          <a:pPr marL="0" lvl="0" indent="0" algn="l" defTabSz="1022350">
            <a:lnSpc>
              <a:spcPct val="90000"/>
            </a:lnSpc>
            <a:spcBef>
              <a:spcPct val="0"/>
            </a:spcBef>
            <a:spcAft>
              <a:spcPct val="35000"/>
            </a:spcAft>
            <a:buNone/>
          </a:pPr>
          <a:r>
            <a:rPr lang="en-US" sz="2300" b="1" kern="1200" dirty="0">
              <a:solidFill>
                <a:schemeClr val="accent6"/>
              </a:solidFill>
            </a:rPr>
            <a:t>Identity</a:t>
          </a:r>
          <a:r>
            <a:rPr lang="en-US" sz="2300" kern="1200" dirty="0"/>
            <a:t>: Replace my real phone number on accounts with a virtual number to reduce my digital footprint</a:t>
          </a:r>
        </a:p>
      </dsp:txBody>
      <dsp:txXfrm>
        <a:off x="6845300" y="1664049"/>
        <a:ext cx="3111499" cy="2613659"/>
      </dsp:txXfrm>
    </dsp:sp>
    <dsp:sp modelId="{F3BACE6B-7505-4DEE-A6EF-4B0C07627F50}">
      <dsp:nvSpPr>
        <dsp:cNvPr id="0" name=""/>
        <dsp:cNvSpPr/>
      </dsp:nvSpPr>
      <dsp:spPr>
        <a:xfrm>
          <a:off x="8096885" y="540524"/>
          <a:ext cx="1306829" cy="1306829"/>
        </a:xfrm>
        <a:prstGeom prst="ellips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886" tIns="12700" rIns="101886"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endParaRPr lang="en-US" sz="4800" kern="1200" dirty="0"/>
        </a:p>
      </dsp:txBody>
      <dsp:txXfrm>
        <a:off x="8288266" y="731905"/>
        <a:ext cx="924067" cy="924067"/>
      </dsp:txXfrm>
    </dsp:sp>
    <dsp:sp modelId="{69EF6A32-0B91-4998-94DF-5595A6F0D65F}">
      <dsp:nvSpPr>
        <dsp:cNvPr id="0" name=""/>
        <dsp:cNvSpPr/>
      </dsp:nvSpPr>
      <dsp:spPr>
        <a:xfrm>
          <a:off x="6845300" y="4364759"/>
          <a:ext cx="3111499" cy="7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50F40-9784-4DED-B96C-94F786DFDFD3}">
      <dsp:nvSpPr>
        <dsp:cNvPr id="0" name=""/>
        <dsp:cNvSpPr/>
      </dsp:nvSpPr>
      <dsp:spPr>
        <a:xfrm rot="16200000">
          <a:off x="-1169276" y="1170383"/>
          <a:ext cx="5218017" cy="2877249"/>
        </a:xfrm>
        <a:prstGeom prst="flowChartManualOperation">
          <a:avLst/>
        </a:prstGeom>
        <a:solidFill>
          <a:schemeClr val="accent2">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6295" bIns="0" numCol="1" spcCol="1270" anchor="t" anchorCtr="0">
          <a:noAutofit/>
        </a:bodyPr>
        <a:lstStyle/>
        <a:p>
          <a:pPr marL="0" lvl="0" indent="0" algn="l" defTabSz="1022350">
            <a:lnSpc>
              <a:spcPct val="90000"/>
            </a:lnSpc>
            <a:spcBef>
              <a:spcPct val="0"/>
            </a:spcBef>
            <a:spcAft>
              <a:spcPct val="35000"/>
            </a:spcAft>
            <a:buNone/>
          </a:pPr>
          <a:r>
            <a:rPr lang="en-US" sz="2300" b="1" kern="1200" dirty="0">
              <a:solidFill>
                <a:schemeClr val="tx2">
                  <a:lumMod val="75000"/>
                </a:schemeClr>
              </a:solidFill>
            </a:rPr>
            <a:t>💪🏻 Strengths</a:t>
          </a:r>
        </a:p>
        <a:p>
          <a:pPr marL="171450" lvl="1" indent="-171450" algn="l" defTabSz="800100">
            <a:lnSpc>
              <a:spcPct val="90000"/>
            </a:lnSpc>
            <a:spcBef>
              <a:spcPct val="0"/>
            </a:spcBef>
            <a:spcAft>
              <a:spcPct val="15000"/>
            </a:spcAft>
            <a:buNone/>
          </a:pPr>
          <a:r>
            <a:rPr lang="en-US" sz="1800" b="0" i="0" kern="1200" dirty="0">
              <a:solidFill>
                <a:schemeClr val="tx2">
                  <a:lumMod val="50000"/>
                </a:schemeClr>
              </a:solidFill>
            </a:rPr>
            <a:t>Chocolate cotton candy </a:t>
          </a:r>
          <a:r>
            <a:rPr lang="en-US" sz="1800" b="0" i="0" kern="1200" dirty="0" err="1">
              <a:solidFill>
                <a:schemeClr val="tx2">
                  <a:lumMod val="50000"/>
                </a:schemeClr>
              </a:solidFill>
            </a:rPr>
            <a:t>danish</a:t>
          </a:r>
          <a:r>
            <a:rPr lang="en-US" sz="1800" b="0" i="0" kern="1200" dirty="0">
              <a:solidFill>
                <a:schemeClr val="tx2">
                  <a:lumMod val="50000"/>
                </a:schemeClr>
              </a:solidFill>
            </a:rPr>
            <a:t> cotton candy soufflé cake ice cream muffin. Sugar plum gummi bears marshmallow jelly beans powder lollipop bonbon. Jelly beans toffee soufflé </a:t>
          </a:r>
          <a:r>
            <a:rPr lang="en-US" sz="1800" b="0" i="0" kern="1200" dirty="0" err="1">
              <a:solidFill>
                <a:schemeClr val="tx2">
                  <a:lumMod val="50000"/>
                </a:schemeClr>
              </a:solidFill>
            </a:rPr>
            <a:t>soufflé</a:t>
          </a:r>
          <a:r>
            <a:rPr lang="en-US" sz="1800" b="0" i="0" kern="1200" dirty="0">
              <a:solidFill>
                <a:schemeClr val="tx2">
                  <a:lumMod val="50000"/>
                </a:schemeClr>
              </a:solidFill>
            </a:rPr>
            <a:t> candy wafer toffee.</a:t>
          </a:r>
          <a:endParaRPr lang="en-US" sz="1800" kern="1200" dirty="0">
            <a:solidFill>
              <a:schemeClr val="tx2">
                <a:lumMod val="50000"/>
              </a:schemeClr>
            </a:solidFill>
          </a:endParaRPr>
        </a:p>
      </dsp:txBody>
      <dsp:txXfrm rot="5400000">
        <a:off x="1108" y="1043602"/>
        <a:ext cx="2877249" cy="3130811"/>
      </dsp:txXfrm>
    </dsp:sp>
    <dsp:sp modelId="{F44DC86C-91AA-40FB-964B-06FA4382CA3E}">
      <dsp:nvSpPr>
        <dsp:cNvPr id="0" name=""/>
        <dsp:cNvSpPr/>
      </dsp:nvSpPr>
      <dsp:spPr>
        <a:xfrm rot="16200000">
          <a:off x="1923766" y="1170383"/>
          <a:ext cx="5218017" cy="2877249"/>
        </a:xfrm>
        <a:prstGeom prst="flowChartManualOperation">
          <a:avLst/>
        </a:prstGeom>
        <a:solidFill>
          <a:srgbClr val="DBD4EC"/>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6295" bIns="0" numCol="1" spcCol="1270" anchor="t" anchorCtr="0">
          <a:noAutofit/>
        </a:bodyPr>
        <a:lstStyle/>
        <a:p>
          <a:pPr marL="0" lvl="0" indent="0" algn="l" defTabSz="1022350">
            <a:lnSpc>
              <a:spcPct val="90000"/>
            </a:lnSpc>
            <a:spcBef>
              <a:spcPct val="0"/>
            </a:spcBef>
            <a:spcAft>
              <a:spcPct val="35000"/>
            </a:spcAft>
            <a:buNone/>
          </a:pPr>
          <a:r>
            <a:rPr lang="en-US" sz="2300" b="1" kern="1200" dirty="0">
              <a:solidFill>
                <a:schemeClr val="tx2">
                  <a:lumMod val="75000"/>
                </a:schemeClr>
              </a:solidFill>
            </a:rPr>
            <a:t>🫤 Growth areas</a:t>
          </a:r>
        </a:p>
        <a:p>
          <a:pPr marL="171450" lvl="1" indent="-171450" algn="l" defTabSz="800100">
            <a:lnSpc>
              <a:spcPct val="90000"/>
            </a:lnSpc>
            <a:spcBef>
              <a:spcPct val="0"/>
            </a:spcBef>
            <a:spcAft>
              <a:spcPct val="15000"/>
            </a:spcAft>
            <a:buNone/>
          </a:pPr>
          <a:r>
            <a:rPr lang="en-US" sz="1800" b="0" i="0" kern="1200" dirty="0">
              <a:solidFill>
                <a:schemeClr val="tx2">
                  <a:lumMod val="50000"/>
                </a:schemeClr>
              </a:solidFill>
            </a:rPr>
            <a:t>Danish muffin jelly-o dragée toffee. Candy brownie macaroon </a:t>
          </a:r>
          <a:r>
            <a:rPr lang="en-US" sz="1800" b="0" i="0" kern="1200" dirty="0" err="1">
              <a:solidFill>
                <a:schemeClr val="tx2">
                  <a:lumMod val="50000"/>
                </a:schemeClr>
              </a:solidFill>
            </a:rPr>
            <a:t>danish</a:t>
          </a:r>
          <a:r>
            <a:rPr lang="en-US" sz="1800" b="0" i="0" kern="1200" dirty="0">
              <a:solidFill>
                <a:schemeClr val="tx2">
                  <a:lumMod val="50000"/>
                </a:schemeClr>
              </a:solidFill>
            </a:rPr>
            <a:t> chocolate bear claw sweet roll. Chupa </a:t>
          </a:r>
          <a:r>
            <a:rPr lang="en-US" sz="1800" b="0" i="0" kern="1200" dirty="0" err="1">
              <a:solidFill>
                <a:schemeClr val="tx2">
                  <a:lumMod val="50000"/>
                </a:schemeClr>
              </a:solidFill>
            </a:rPr>
            <a:t>chups</a:t>
          </a:r>
          <a:r>
            <a:rPr lang="en-US" sz="1800" b="0" i="0" kern="1200" dirty="0">
              <a:solidFill>
                <a:schemeClr val="tx2">
                  <a:lumMod val="50000"/>
                </a:schemeClr>
              </a:solidFill>
            </a:rPr>
            <a:t> topping </a:t>
          </a:r>
          <a:r>
            <a:rPr lang="en-US" sz="1800" b="0" i="0" kern="1200" dirty="0" err="1">
              <a:solidFill>
                <a:schemeClr val="tx2">
                  <a:lumMod val="50000"/>
                </a:schemeClr>
              </a:solidFill>
            </a:rPr>
            <a:t>chupa</a:t>
          </a:r>
          <a:r>
            <a:rPr lang="en-US" sz="1800" b="0" i="0" kern="1200" dirty="0">
              <a:solidFill>
                <a:schemeClr val="tx2">
                  <a:lumMod val="50000"/>
                </a:schemeClr>
              </a:solidFill>
            </a:rPr>
            <a:t> </a:t>
          </a:r>
          <a:r>
            <a:rPr lang="en-US" sz="1800" b="0" i="0" kern="1200" dirty="0" err="1">
              <a:solidFill>
                <a:schemeClr val="tx2">
                  <a:lumMod val="50000"/>
                </a:schemeClr>
              </a:solidFill>
            </a:rPr>
            <a:t>chups</a:t>
          </a:r>
          <a:r>
            <a:rPr lang="en-US" sz="1800" b="0" i="0" kern="1200" dirty="0">
              <a:solidFill>
                <a:schemeClr val="tx2">
                  <a:lumMod val="50000"/>
                </a:schemeClr>
              </a:solidFill>
            </a:rPr>
            <a:t> oat cake pie. Toffee gummi bears soufflé fruitcake </a:t>
          </a:r>
          <a:r>
            <a:rPr lang="en-US" sz="1800" b="0" i="0" kern="1200" dirty="0" err="1">
              <a:solidFill>
                <a:schemeClr val="tx2">
                  <a:lumMod val="50000"/>
                </a:schemeClr>
              </a:solidFill>
            </a:rPr>
            <a:t>liquorice</a:t>
          </a:r>
          <a:r>
            <a:rPr lang="en-US" sz="1800" b="0" i="0" kern="1200" dirty="0">
              <a:solidFill>
                <a:schemeClr val="tx2">
                  <a:lumMod val="50000"/>
                </a:schemeClr>
              </a:solidFill>
            </a:rPr>
            <a:t>.</a:t>
          </a:r>
          <a:endParaRPr lang="en-US" sz="1800" kern="1200" dirty="0">
            <a:solidFill>
              <a:schemeClr val="tx2">
                <a:lumMod val="50000"/>
              </a:schemeClr>
            </a:solidFill>
          </a:endParaRPr>
        </a:p>
      </dsp:txBody>
      <dsp:txXfrm rot="5400000">
        <a:off x="3094150" y="1043602"/>
        <a:ext cx="2877249" cy="3130811"/>
      </dsp:txXfrm>
    </dsp:sp>
    <dsp:sp modelId="{3CFE9F0C-762D-4AD2-8D94-0521DDBE67A6}">
      <dsp:nvSpPr>
        <dsp:cNvPr id="0" name=""/>
        <dsp:cNvSpPr/>
      </dsp:nvSpPr>
      <dsp:spPr>
        <a:xfrm rot="16200000">
          <a:off x="5016809" y="1170383"/>
          <a:ext cx="5218017" cy="2877249"/>
        </a:xfrm>
        <a:prstGeom prst="flowChartManualOperation">
          <a:avLst/>
        </a:prstGeom>
        <a:solidFill>
          <a:schemeClr val="accent3">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0" tIns="0" rIns="146295" bIns="0" numCol="1" spcCol="1270" anchor="t" anchorCtr="0">
          <a:noAutofit/>
        </a:bodyPr>
        <a:lstStyle/>
        <a:p>
          <a:pPr marL="0" lvl="0" indent="0" algn="l" defTabSz="1022350">
            <a:lnSpc>
              <a:spcPct val="90000"/>
            </a:lnSpc>
            <a:spcBef>
              <a:spcPct val="0"/>
            </a:spcBef>
            <a:spcAft>
              <a:spcPct val="35000"/>
            </a:spcAft>
            <a:buNone/>
          </a:pPr>
          <a:r>
            <a:rPr lang="en-US" sz="2300" b="1" kern="1200" dirty="0">
              <a:solidFill>
                <a:schemeClr val="tx2">
                  <a:lumMod val="50000"/>
                </a:schemeClr>
              </a:solidFill>
            </a:rPr>
            <a:t> 🎯Goals</a:t>
          </a:r>
        </a:p>
        <a:p>
          <a:pPr marL="171450" lvl="1" indent="-171450" algn="l" defTabSz="800100">
            <a:lnSpc>
              <a:spcPct val="90000"/>
            </a:lnSpc>
            <a:spcBef>
              <a:spcPct val="0"/>
            </a:spcBef>
            <a:spcAft>
              <a:spcPct val="15000"/>
            </a:spcAft>
            <a:buFont typeface="Arial" panose="020B0604020202020204" pitchFamily="34" charset="0"/>
            <a:buNone/>
          </a:pPr>
          <a:r>
            <a:rPr lang="en-US" sz="1800" b="0" i="0" kern="1200" dirty="0">
              <a:solidFill>
                <a:schemeClr val="tx2">
                  <a:lumMod val="50000"/>
                </a:schemeClr>
              </a:solidFill>
            </a:rPr>
            <a:t>Shortbread candy soufflé wafer cheesecake muffin.</a:t>
          </a:r>
        </a:p>
        <a:p>
          <a:pPr marL="171450" lvl="1" indent="-171450" algn="l" defTabSz="800100">
            <a:lnSpc>
              <a:spcPct val="90000"/>
            </a:lnSpc>
            <a:spcBef>
              <a:spcPct val="0"/>
            </a:spcBef>
            <a:spcAft>
              <a:spcPct val="15000"/>
            </a:spcAft>
            <a:buFont typeface="Arial" panose="020B0604020202020204" pitchFamily="34" charset="0"/>
            <a:buNone/>
          </a:pPr>
          <a:r>
            <a:rPr lang="en-US" sz="1800" b="0" i="0" kern="1200" dirty="0">
              <a:solidFill>
                <a:schemeClr val="tx2">
                  <a:lumMod val="50000"/>
                </a:schemeClr>
              </a:solidFill>
            </a:rPr>
            <a:t>Chocolate cake jujubes lollipop jelly icing candy canes chocolate caramels biscuit. Cake fruitcake pie candy canes donut.</a:t>
          </a:r>
          <a:endParaRPr lang="en-US" sz="1800" kern="1200" dirty="0">
            <a:solidFill>
              <a:schemeClr val="tx2">
                <a:lumMod val="50000"/>
              </a:schemeClr>
            </a:solidFill>
          </a:endParaRPr>
        </a:p>
        <a:p>
          <a:pPr marL="171450" lvl="1" indent="-171450" algn="l" defTabSz="800100">
            <a:lnSpc>
              <a:spcPct val="90000"/>
            </a:lnSpc>
            <a:spcBef>
              <a:spcPct val="0"/>
            </a:spcBef>
            <a:spcAft>
              <a:spcPct val="15000"/>
            </a:spcAft>
            <a:buNone/>
          </a:pPr>
          <a:endParaRPr lang="en-US" sz="1800" kern="1200" dirty="0"/>
        </a:p>
      </dsp:txBody>
      <dsp:txXfrm rot="5400000">
        <a:off x="6187193" y="1043602"/>
        <a:ext cx="2877249" cy="313081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C9F059-9D93-467C-A1EA-7AC3D9A70C51}">
      <dsp:nvSpPr>
        <dsp:cNvPr id="0" name=""/>
        <dsp:cNvSpPr/>
      </dsp:nvSpPr>
      <dsp:spPr>
        <a:xfrm>
          <a:off x="730" y="1241721"/>
          <a:ext cx="3142523" cy="3771028"/>
        </a:xfrm>
        <a:prstGeom prst="roundRect">
          <a:avLst>
            <a:gd name="adj" fmla="val 5000"/>
          </a:avLst>
        </a:prstGeom>
        <a:solidFill>
          <a:schemeClr val="accent2">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9728" rIns="142240" bIns="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chemeClr val="tx2">
                  <a:lumMod val="75000"/>
                </a:schemeClr>
              </a:solidFill>
            </a:rPr>
            <a:t>💪🏻 Strengths</a:t>
          </a:r>
        </a:p>
      </dsp:txBody>
      <dsp:txXfrm rot="16200000">
        <a:off x="-1231138" y="2473591"/>
        <a:ext cx="3092243" cy="628504"/>
      </dsp:txXfrm>
    </dsp:sp>
    <dsp:sp modelId="{71234554-0601-4EB2-8760-1373D99A794D}">
      <dsp:nvSpPr>
        <dsp:cNvPr id="0" name=""/>
        <dsp:cNvSpPr/>
      </dsp:nvSpPr>
      <dsp:spPr>
        <a:xfrm>
          <a:off x="629234" y="1241721"/>
          <a:ext cx="2341180" cy="377102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5438" rIns="0" bIns="0" numCol="1" spcCol="1270" anchor="t" anchorCtr="0">
          <a:noAutofit/>
        </a:bodyPr>
        <a:lstStyle/>
        <a:p>
          <a:pPr marL="0" lvl="0" indent="0" algn="l" defTabSz="977900">
            <a:lnSpc>
              <a:spcPct val="90000"/>
            </a:lnSpc>
            <a:spcBef>
              <a:spcPct val="0"/>
            </a:spcBef>
            <a:spcAft>
              <a:spcPct val="35000"/>
            </a:spcAft>
            <a:buNone/>
          </a:pPr>
          <a:r>
            <a:rPr lang="en-US" sz="2200" b="0" i="0" kern="1200" dirty="0">
              <a:solidFill>
                <a:schemeClr val="tx2">
                  <a:lumMod val="50000"/>
                </a:schemeClr>
              </a:solidFill>
            </a:rPr>
            <a:t>Chocolate cotton candy </a:t>
          </a:r>
          <a:r>
            <a:rPr lang="en-US" sz="2200" b="0" i="0" kern="1200" dirty="0" err="1">
              <a:solidFill>
                <a:schemeClr val="tx2">
                  <a:lumMod val="50000"/>
                </a:schemeClr>
              </a:solidFill>
            </a:rPr>
            <a:t>danish</a:t>
          </a:r>
          <a:r>
            <a:rPr lang="en-US" sz="2200" b="0" i="0" kern="1200" dirty="0">
              <a:solidFill>
                <a:schemeClr val="tx2">
                  <a:lumMod val="50000"/>
                </a:schemeClr>
              </a:solidFill>
            </a:rPr>
            <a:t> cotton candy soufflé cake ice cream muffin. Sugar plum gummi bears marshmallow jelly beans powder lollipop bonbon. Jelly beans toffee soufflé </a:t>
          </a:r>
          <a:r>
            <a:rPr lang="en-US" sz="2200" b="0" i="0" kern="1200" dirty="0" err="1">
              <a:solidFill>
                <a:schemeClr val="tx2">
                  <a:lumMod val="50000"/>
                </a:schemeClr>
              </a:solidFill>
            </a:rPr>
            <a:t>soufflé</a:t>
          </a:r>
          <a:r>
            <a:rPr lang="en-US" sz="2200" b="0" i="0" kern="1200" dirty="0">
              <a:solidFill>
                <a:schemeClr val="tx2">
                  <a:lumMod val="50000"/>
                </a:schemeClr>
              </a:solidFill>
            </a:rPr>
            <a:t> candy wafer toffee.</a:t>
          </a:r>
          <a:endParaRPr lang="en-US" sz="2200" kern="1200" dirty="0">
            <a:solidFill>
              <a:schemeClr val="tx2">
                <a:lumMod val="50000"/>
              </a:schemeClr>
            </a:solidFill>
          </a:endParaRPr>
        </a:p>
      </dsp:txBody>
      <dsp:txXfrm>
        <a:off x="629234" y="1241721"/>
        <a:ext cx="2341180" cy="3771028"/>
      </dsp:txXfrm>
    </dsp:sp>
    <dsp:sp modelId="{9CA908B9-6DDD-49DD-8837-6395314F7A1B}">
      <dsp:nvSpPr>
        <dsp:cNvPr id="0" name=""/>
        <dsp:cNvSpPr/>
      </dsp:nvSpPr>
      <dsp:spPr>
        <a:xfrm>
          <a:off x="3253242" y="1241721"/>
          <a:ext cx="3142523" cy="3771028"/>
        </a:xfrm>
        <a:prstGeom prst="roundRect">
          <a:avLst>
            <a:gd name="adj" fmla="val 5000"/>
          </a:avLst>
        </a:prstGeom>
        <a:solidFill>
          <a:srgbClr val="DBD4EC"/>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9728" rIns="142240" bIns="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chemeClr val="tx2">
                  <a:lumMod val="75000"/>
                </a:schemeClr>
              </a:solidFill>
            </a:rPr>
            <a:t>🫤 Growth areas</a:t>
          </a:r>
        </a:p>
      </dsp:txBody>
      <dsp:txXfrm rot="16200000">
        <a:off x="2021372" y="2473591"/>
        <a:ext cx="3092243" cy="628504"/>
      </dsp:txXfrm>
    </dsp:sp>
    <dsp:sp modelId="{F2E1F714-18DF-42D8-B742-4B3CA2FDE99F}">
      <dsp:nvSpPr>
        <dsp:cNvPr id="0" name=""/>
        <dsp:cNvSpPr/>
      </dsp:nvSpPr>
      <dsp:spPr>
        <a:xfrm rot="5400000">
          <a:off x="2991721" y="4240424"/>
          <a:ext cx="554467" cy="471378"/>
        </a:xfrm>
        <a:prstGeom prst="flowChartExtra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4CB959-CD85-4B87-B2FB-DA21CE5785A0}">
      <dsp:nvSpPr>
        <dsp:cNvPr id="0" name=""/>
        <dsp:cNvSpPr/>
      </dsp:nvSpPr>
      <dsp:spPr>
        <a:xfrm>
          <a:off x="3881746" y="1241721"/>
          <a:ext cx="2341180" cy="377102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5438" rIns="0" bIns="0" numCol="1" spcCol="1270" anchor="t" anchorCtr="0">
          <a:noAutofit/>
        </a:bodyPr>
        <a:lstStyle/>
        <a:p>
          <a:pPr marL="0" lvl="0" indent="0" algn="l" defTabSz="977900">
            <a:lnSpc>
              <a:spcPct val="90000"/>
            </a:lnSpc>
            <a:spcBef>
              <a:spcPct val="0"/>
            </a:spcBef>
            <a:spcAft>
              <a:spcPct val="35000"/>
            </a:spcAft>
            <a:buNone/>
          </a:pPr>
          <a:r>
            <a:rPr lang="en-US" sz="2200" b="0" i="0" kern="1200" dirty="0">
              <a:solidFill>
                <a:schemeClr val="tx2">
                  <a:lumMod val="50000"/>
                </a:schemeClr>
              </a:solidFill>
            </a:rPr>
            <a:t>Danish muffin jelly-o dragée toffee. Candy brownie macaroon </a:t>
          </a:r>
          <a:r>
            <a:rPr lang="en-US" sz="2200" b="0" i="0" kern="1200" dirty="0" err="1">
              <a:solidFill>
                <a:schemeClr val="tx2">
                  <a:lumMod val="50000"/>
                </a:schemeClr>
              </a:solidFill>
            </a:rPr>
            <a:t>danish</a:t>
          </a:r>
          <a:r>
            <a:rPr lang="en-US" sz="2200" b="0" i="0" kern="1200" dirty="0">
              <a:solidFill>
                <a:schemeClr val="tx2">
                  <a:lumMod val="50000"/>
                </a:schemeClr>
              </a:solidFill>
            </a:rPr>
            <a:t> chocolate bear claw sweet roll. Chupa </a:t>
          </a:r>
          <a:r>
            <a:rPr lang="en-US" sz="2200" b="0" i="0" kern="1200" dirty="0" err="1">
              <a:solidFill>
                <a:schemeClr val="tx2">
                  <a:lumMod val="50000"/>
                </a:schemeClr>
              </a:solidFill>
            </a:rPr>
            <a:t>chups</a:t>
          </a:r>
          <a:r>
            <a:rPr lang="en-US" sz="2200" b="0" i="0" kern="1200" dirty="0">
              <a:solidFill>
                <a:schemeClr val="tx2">
                  <a:lumMod val="50000"/>
                </a:schemeClr>
              </a:solidFill>
            </a:rPr>
            <a:t> topping </a:t>
          </a:r>
          <a:r>
            <a:rPr lang="en-US" sz="2200" b="0" i="0" kern="1200" dirty="0" err="1">
              <a:solidFill>
                <a:schemeClr val="tx2">
                  <a:lumMod val="50000"/>
                </a:schemeClr>
              </a:solidFill>
            </a:rPr>
            <a:t>chupa</a:t>
          </a:r>
          <a:r>
            <a:rPr lang="en-US" sz="2200" b="0" i="0" kern="1200" dirty="0">
              <a:solidFill>
                <a:schemeClr val="tx2">
                  <a:lumMod val="50000"/>
                </a:schemeClr>
              </a:solidFill>
            </a:rPr>
            <a:t> </a:t>
          </a:r>
          <a:r>
            <a:rPr lang="en-US" sz="2200" b="0" i="0" kern="1200" dirty="0" err="1">
              <a:solidFill>
                <a:schemeClr val="tx2">
                  <a:lumMod val="50000"/>
                </a:schemeClr>
              </a:solidFill>
            </a:rPr>
            <a:t>chups</a:t>
          </a:r>
          <a:r>
            <a:rPr lang="en-US" sz="2200" b="0" i="0" kern="1200" dirty="0">
              <a:solidFill>
                <a:schemeClr val="tx2">
                  <a:lumMod val="50000"/>
                </a:schemeClr>
              </a:solidFill>
            </a:rPr>
            <a:t> oat cake pie. Toffee gummi bears soufflé fruitcake </a:t>
          </a:r>
          <a:r>
            <a:rPr lang="en-US" sz="2200" b="0" i="0" kern="1200" dirty="0" err="1">
              <a:solidFill>
                <a:schemeClr val="tx2">
                  <a:lumMod val="50000"/>
                </a:schemeClr>
              </a:solidFill>
            </a:rPr>
            <a:t>liquorice</a:t>
          </a:r>
          <a:r>
            <a:rPr lang="en-US" sz="2200" b="0" i="0" kern="1200" dirty="0">
              <a:solidFill>
                <a:schemeClr val="tx2">
                  <a:lumMod val="50000"/>
                </a:schemeClr>
              </a:solidFill>
            </a:rPr>
            <a:t>.</a:t>
          </a:r>
          <a:endParaRPr lang="en-US" sz="2200" kern="1200" dirty="0">
            <a:solidFill>
              <a:schemeClr val="tx2">
                <a:lumMod val="50000"/>
              </a:schemeClr>
            </a:solidFill>
          </a:endParaRPr>
        </a:p>
      </dsp:txBody>
      <dsp:txXfrm>
        <a:off x="3881746" y="1241721"/>
        <a:ext cx="2341180" cy="3771028"/>
      </dsp:txXfrm>
    </dsp:sp>
    <dsp:sp modelId="{1162CB28-6AED-4E9C-B520-FBD7554B4130}">
      <dsp:nvSpPr>
        <dsp:cNvPr id="0" name=""/>
        <dsp:cNvSpPr/>
      </dsp:nvSpPr>
      <dsp:spPr>
        <a:xfrm>
          <a:off x="6505754" y="1241721"/>
          <a:ext cx="3142523" cy="3771028"/>
        </a:xfrm>
        <a:prstGeom prst="roundRect">
          <a:avLst>
            <a:gd name="adj" fmla="val 5000"/>
          </a:avLst>
        </a:prstGeom>
        <a:solidFill>
          <a:schemeClr val="accent3">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9728" rIns="142240" bIns="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chemeClr val="tx2">
                  <a:lumMod val="50000"/>
                </a:schemeClr>
              </a:solidFill>
            </a:rPr>
            <a:t> 🎯Goals</a:t>
          </a:r>
        </a:p>
      </dsp:txBody>
      <dsp:txXfrm rot="16200000">
        <a:off x="5273884" y="2473591"/>
        <a:ext cx="3092243" cy="628504"/>
      </dsp:txXfrm>
    </dsp:sp>
    <dsp:sp modelId="{A10E910D-A639-4EC1-8833-BF7C9F0B870A}">
      <dsp:nvSpPr>
        <dsp:cNvPr id="0" name=""/>
        <dsp:cNvSpPr/>
      </dsp:nvSpPr>
      <dsp:spPr>
        <a:xfrm rot="5400000">
          <a:off x="6244233" y="4240424"/>
          <a:ext cx="554467" cy="471378"/>
        </a:xfrm>
        <a:prstGeom prst="flowChartExtract">
          <a:avLst/>
        </a:prstGeom>
        <a:solidFill>
          <a:schemeClr val="lt1">
            <a:hueOff val="0"/>
            <a:satOff val="0"/>
            <a:lumOff val="0"/>
            <a:alphaOff val="0"/>
          </a:schemeClr>
        </a:solidFill>
        <a:ln w="19050" cap="flat" cmpd="sng" algn="ctr">
          <a:solidFill>
            <a:schemeClr val="accent2">
              <a:hueOff val="7561406"/>
              <a:satOff val="33276"/>
              <a:lumOff val="72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650F44-445F-4179-B1DB-5ED30E7C6CC5}">
      <dsp:nvSpPr>
        <dsp:cNvPr id="0" name=""/>
        <dsp:cNvSpPr/>
      </dsp:nvSpPr>
      <dsp:spPr>
        <a:xfrm>
          <a:off x="7134258" y="1241721"/>
          <a:ext cx="2341180" cy="377102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5438" rIns="0" bIns="0" numCol="1" spcCol="1270" anchor="t" anchorCtr="0">
          <a:noAutofit/>
        </a:bodyPr>
        <a:lstStyle/>
        <a:p>
          <a:pPr marL="0" lvl="0" indent="0" algn="l" defTabSz="977900">
            <a:lnSpc>
              <a:spcPct val="90000"/>
            </a:lnSpc>
            <a:spcBef>
              <a:spcPct val="0"/>
            </a:spcBef>
            <a:spcAft>
              <a:spcPct val="35000"/>
            </a:spcAft>
            <a:buFont typeface="Arial" panose="020B0604020202020204" pitchFamily="34" charset="0"/>
            <a:buNone/>
          </a:pPr>
          <a:r>
            <a:rPr lang="en-US" sz="2200" b="0" i="0" kern="1200" dirty="0">
              <a:solidFill>
                <a:schemeClr val="tx2">
                  <a:lumMod val="50000"/>
                </a:schemeClr>
              </a:solidFill>
            </a:rPr>
            <a:t>Shortbread candy soufflé wafer cheesecake muffin.</a:t>
          </a:r>
        </a:p>
        <a:p>
          <a:pPr marL="0" lvl="0" indent="0" algn="l" defTabSz="977900">
            <a:lnSpc>
              <a:spcPct val="90000"/>
            </a:lnSpc>
            <a:spcBef>
              <a:spcPct val="0"/>
            </a:spcBef>
            <a:spcAft>
              <a:spcPct val="35000"/>
            </a:spcAft>
            <a:buFont typeface="Arial" panose="020B0604020202020204" pitchFamily="34" charset="0"/>
            <a:buNone/>
          </a:pPr>
          <a:r>
            <a:rPr lang="en-US" sz="2200" b="0" i="0" kern="1200" dirty="0">
              <a:solidFill>
                <a:schemeClr val="tx2">
                  <a:lumMod val="50000"/>
                </a:schemeClr>
              </a:solidFill>
            </a:rPr>
            <a:t>Chocolate cake jujubes lollipop jelly icing candy canes chocolate caramels biscuit. Cake fruitcake pie candy canes donut.</a:t>
          </a:r>
          <a:endParaRPr lang="en-US" sz="2200" kern="1200" dirty="0">
            <a:solidFill>
              <a:schemeClr val="tx2">
                <a:lumMod val="50000"/>
              </a:schemeClr>
            </a:solidFill>
          </a:endParaRPr>
        </a:p>
        <a:p>
          <a:pPr marL="0" lvl="0" indent="0" algn="l" defTabSz="977900">
            <a:lnSpc>
              <a:spcPct val="90000"/>
            </a:lnSpc>
            <a:spcBef>
              <a:spcPct val="0"/>
            </a:spcBef>
            <a:spcAft>
              <a:spcPct val="35000"/>
            </a:spcAft>
            <a:buNone/>
          </a:pPr>
          <a:endParaRPr lang="en-US" sz="2200" kern="1200" dirty="0"/>
        </a:p>
      </dsp:txBody>
      <dsp:txXfrm>
        <a:off x="7134258" y="1241721"/>
        <a:ext cx="2341180" cy="377102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PieProcess">
  <dgm:title val=""/>
  <dgm:desc val=""/>
  <dgm:catLst>
    <dgm:cat type="list" pri="8600"/>
    <dgm:cat type="process" pri="4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constrLst>
      <dgm:constr type="primFontSz" for="des" forName="Parent" val="65"/>
      <dgm:constr type="primFontSz" for="des" forName="Child" refType="primFontSz" refFor="des" refForName="Parent" op="lte"/>
      <dgm:constr type="w" for="ch" forName="composite" refType="w"/>
      <dgm:constr type="h" for="ch" forName="composite" refType="h"/>
      <dgm:constr type="w" for="ch" forName="ParentComposite" refType="w" fact="0.5"/>
      <dgm:constr type="h" for="ch" forName="ParentComposite" refType="h"/>
      <dgm:constr type="w" for="ch" forName="negSibTrans" refType="h" refFor="ch" refForName="composite" fact="-0.075"/>
      <dgm:constr type="w" for="ch" forName="sibTrans" refType="w" refFor="ch" refForName="composite" fact="0.0425"/>
    </dgm:constrLst>
    <dgm:forEach name="nodesForEach" axis="ch" ptType="node" cnt="7">
      <dgm:layoutNode name="ParentComposite">
        <dgm:alg type="composite">
          <dgm:param type="ar" val="0.25"/>
        </dgm:alg>
        <dgm:shape xmlns:r="http://schemas.openxmlformats.org/officeDocument/2006/relationships" r:blip="">
          <dgm:adjLst/>
        </dgm:shape>
        <dgm:choose name="Name4">
          <dgm:if name="Name5" func="var" arg="dir" op="equ" val="norm">
            <dgm:constrLst>
              <dgm:constr type="l" for="ch" forName="Parent" refType="w" fact="0"/>
              <dgm:constr type="t" for="ch" forName="Parent" refType="h" fact="0.275"/>
              <dgm:constr type="w" for="ch" forName="Parent" refType="w" fact="0.6"/>
              <dgm:constr type="h" for="ch" forName="Parent" refType="h" fact="0.725"/>
              <dgm:constr type="l" for="ch" forName="Chord" refType="w" fact="0"/>
              <dgm:constr type="t" for="ch" forName="Chord" refType="h" fact="0"/>
              <dgm:constr type="w" for="ch" forName="Chord" refType="w"/>
              <dgm:constr type="h" for="ch" forName="Chord" refType="h" fact="0.25"/>
              <dgm:constr type="l" for="ch" forName="Pie" refType="w" fact="0.1"/>
              <dgm:constr type="t" for="ch" forName="Pie" refType="h" fact="0.025"/>
              <dgm:constr type="w" for="ch" forName="Pie" refType="w" fact="0.8"/>
              <dgm:constr type="h" for="ch" forName="Pie" refType="h" fact="0.2"/>
            </dgm:constrLst>
          </dgm:if>
          <dgm:else name="Name6">
            <dgm:constrLst>
              <dgm:constr type="r" for="ch" forName="Parent" refType="w"/>
              <dgm:constr type="t" for="ch" forName="Parent" refType="h" fact="0.275"/>
              <dgm:constr type="w" for="ch" forName="Parent" refType="w" fact="0.6"/>
              <dgm:constr type="h" for="ch" forName="Parent" refType="h" fact="0.725"/>
              <dgm:constr type="r" for="ch" forName="Chord" refType="w"/>
              <dgm:constr type="t" for="ch" forName="Chord" refType="h" fact="0"/>
              <dgm:constr type="w" for="ch" forName="Chord" refType="w"/>
              <dgm:constr type="h" for="ch" forName="Chord" refType="h" fact="0.25"/>
              <dgm:constr type="r" for="ch" forName="Pie" refType="w" fact="0.9"/>
              <dgm:constr type="t" for="ch" forName="Pie" refType="h" fact="0.025"/>
              <dgm:constr type="w" for="ch" forName="Pie" refType="w" fact="0.8"/>
              <dgm:constr type="h" for="ch" forName="Pie" refType="h" fact="0.2"/>
            </dgm:constrLst>
          </dgm:else>
        </dgm:choose>
        <dgm:layoutNode name="Chord" styleLbl="bgShp">
          <dgm:alg type="sp"/>
          <dgm:choose name="Name7">
            <dgm:if name="Name8" func="var" arg="dir" op="equ" val="norm">
              <dgm:shape xmlns:r="http://schemas.openxmlformats.org/officeDocument/2006/relationships" type="chord" r:blip="">
                <dgm:adjLst>
                  <dgm:adj idx="1" val="80"/>
                  <dgm:adj idx="2" val="-80"/>
                </dgm:adjLst>
              </dgm:shape>
            </dgm:if>
            <dgm:else name="Name9">
              <dgm:shape xmlns:r="http://schemas.openxmlformats.org/officeDocument/2006/relationships" rot="180" type="chord" r:blip="">
                <dgm:adjLst>
                  <dgm:adj idx="1" val="80"/>
                  <dgm:adj idx="2" val="-80"/>
                </dgm:adjLst>
              </dgm:shape>
            </dgm:else>
          </dgm:choose>
          <dgm:presOf/>
        </dgm:layoutNode>
        <dgm:layoutNode name="Pie" styleLbl="alignNode1">
          <dgm:alg type="sp"/>
          <dgm:choose name="Name10">
            <dgm:if name="Name11" func="var" arg="dir" op="equ" val="norm">
              <dgm:choose name="Name12">
                <dgm:if name="Name13" axis="precedSib" ptType="node" func="cnt" op="equ" val="0">
                  <dgm:choose name="Name14">
                    <dgm:if name="Name15" axis="followSib" ptType="node" func="cnt" op="equ" val="0">
                      <dgm:shape xmlns:r="http://schemas.openxmlformats.org/officeDocument/2006/relationships" type="pie" r:blip="">
                        <dgm:adjLst>
                          <dgm:adj idx="1" val="90"/>
                          <dgm:adj idx="2" val="-90"/>
                        </dgm:adjLst>
                      </dgm:shape>
                    </dgm:if>
                    <dgm:if name="Name16" axis="followSib" ptType="node" func="cnt" op="equ" val="1">
                      <dgm:shape xmlns:r="http://schemas.openxmlformats.org/officeDocument/2006/relationships" type="pie" r:blip="">
                        <dgm:adjLst>
                          <dgm:adj idx="1" val="180"/>
                          <dgm:adj idx="2" val="-90"/>
                        </dgm:adjLst>
                      </dgm:shape>
                    </dgm:if>
                    <dgm:if name="Name17" axis="followSib" ptType="node" func="cnt" op="equ" val="2">
                      <dgm:shape xmlns:r="http://schemas.openxmlformats.org/officeDocument/2006/relationships" type="pie" r:blip="">
                        <dgm:adjLst>
                          <dgm:adj idx="1" val="-150"/>
                          <dgm:adj idx="2" val="-90"/>
                        </dgm:adjLst>
                      </dgm:shape>
                    </dgm:if>
                    <dgm:if name="Name18" axis="followSib" ptType="node" func="cnt" op="equ" val="3">
                      <dgm:shape xmlns:r="http://schemas.openxmlformats.org/officeDocument/2006/relationships" type="pie" r:blip="">
                        <dgm:adjLst>
                          <dgm:adj idx="1" val="-135"/>
                          <dgm:adj idx="2" val="-90"/>
                        </dgm:adjLst>
                      </dgm:shape>
                    </dgm:if>
                    <dgm:if name="Name19" axis="followSib" ptType="node" func="cnt" op="equ" val="4">
                      <dgm:shape xmlns:r="http://schemas.openxmlformats.org/officeDocument/2006/relationships" type="pie" r:blip="">
                        <dgm:adjLst>
                          <dgm:adj idx="1" val="-126"/>
                          <dgm:adj idx="2" val="-90"/>
                        </dgm:adjLst>
                      </dgm:shape>
                    </dgm:if>
                    <dgm:if name="Name20" axis="followSib" ptType="node" func="cnt" op="equ" val="5">
                      <dgm:shape xmlns:r="http://schemas.openxmlformats.org/officeDocument/2006/relationships" type="pie" r:blip="">
                        <dgm:adjLst>
                          <dgm:adj idx="1" val="-120"/>
                          <dgm:adj idx="2" val="-90"/>
                        </dgm:adjLst>
                      </dgm:shape>
                    </dgm:if>
                    <dgm:else name="Name21">
                      <dgm:shape xmlns:r="http://schemas.openxmlformats.org/officeDocument/2006/relationships" type="pie" r:blip="">
                        <dgm:adjLst>
                          <dgm:adj idx="1" val="-115.7143"/>
                          <dgm:adj idx="2" val="-90"/>
                        </dgm:adjLst>
                      </dgm:shape>
                    </dgm:else>
                  </dgm:choose>
                </dgm:if>
                <dgm:if name="Name22" axis="precedSib" ptType="node" func="cnt" op="equ" val="1">
                  <dgm:choose name="Name23">
                    <dgm:if name="Name24" axis="followSib" ptType="node" func="cnt" op="equ" val="0">
                      <dgm:shape xmlns:r="http://schemas.openxmlformats.org/officeDocument/2006/relationships" type="pie" r:blip="">
                        <dgm:adjLst>
                          <dgm:adj idx="1" val="90"/>
                          <dgm:adj idx="2" val="-90"/>
                        </dgm:adjLst>
                      </dgm:shape>
                    </dgm:if>
                    <dgm:if name="Name25" axis="followSib" ptType="node" func="cnt" op="equ" val="1">
                      <dgm:shape xmlns:r="http://schemas.openxmlformats.org/officeDocument/2006/relationships" type="pie" r:blip="">
                        <dgm:adjLst>
                          <dgm:adj idx="1" val="150"/>
                          <dgm:adj idx="2" val="-90"/>
                        </dgm:adjLst>
                      </dgm:shape>
                    </dgm:if>
                    <dgm:if name="Name26" axis="followSib" ptType="node" func="cnt" op="equ" val="2">
                      <dgm:shape xmlns:r="http://schemas.openxmlformats.org/officeDocument/2006/relationships" type="pie" r:blip="">
                        <dgm:adjLst>
                          <dgm:adj idx="1" val="180"/>
                          <dgm:adj idx="2" val="-90"/>
                        </dgm:adjLst>
                      </dgm:shape>
                    </dgm:if>
                    <dgm:if name="Name27" axis="followSib" ptType="node" func="cnt" op="equ" val="3">
                      <dgm:shape xmlns:r="http://schemas.openxmlformats.org/officeDocument/2006/relationships" type="pie" r:blip="">
                        <dgm:adjLst>
                          <dgm:adj idx="1" val="-162"/>
                          <dgm:adj idx="2" val="-90"/>
                        </dgm:adjLst>
                      </dgm:shape>
                    </dgm:if>
                    <dgm:if name="Name28" axis="followSib" ptType="node" func="cnt" op="equ" val="4">
                      <dgm:shape xmlns:r="http://schemas.openxmlformats.org/officeDocument/2006/relationships" type="pie" r:blip="">
                        <dgm:adjLst>
                          <dgm:adj idx="1" val="-150"/>
                          <dgm:adj idx="2" val="-90"/>
                        </dgm:adjLst>
                      </dgm:shape>
                    </dgm:if>
                    <dgm:else name="Name29">
                      <dgm:shape xmlns:r="http://schemas.openxmlformats.org/officeDocument/2006/relationships" type="pie" r:blip="">
                        <dgm:adjLst>
                          <dgm:adj idx="1" val="-141.4286"/>
                          <dgm:adj idx="2" val="-90"/>
                        </dgm:adjLst>
                      </dgm:shape>
                    </dgm:else>
                  </dgm:choose>
                </dgm:if>
                <dgm:if name="Name30" axis="precedSib" ptType="node" func="cnt" op="equ" val="2">
                  <dgm:choose name="Name31">
                    <dgm:if name="Name32" axis="followSib" ptType="node" func="cnt" op="equ" val="0">
                      <dgm:shape xmlns:r="http://schemas.openxmlformats.org/officeDocument/2006/relationships" type="pie" r:blip="">
                        <dgm:adjLst>
                          <dgm:adj idx="1" val="90"/>
                          <dgm:adj idx="2" val="-90"/>
                        </dgm:adjLst>
                      </dgm:shape>
                    </dgm:if>
                    <dgm:if name="Name33" axis="followSib" ptType="node" func="cnt" op="equ" val="1">
                      <dgm:shape xmlns:r="http://schemas.openxmlformats.org/officeDocument/2006/relationships" type="pie" r:blip="">
                        <dgm:adjLst>
                          <dgm:adj idx="1" val="135"/>
                          <dgm:adj idx="2" val="-90"/>
                        </dgm:adjLst>
                      </dgm:shape>
                    </dgm:if>
                    <dgm:if name="Name34" axis="followSib" ptType="node" func="cnt" op="equ" val="2">
                      <dgm:shape xmlns:r="http://schemas.openxmlformats.org/officeDocument/2006/relationships" type="pie" r:blip="">
                        <dgm:adjLst>
                          <dgm:adj idx="1" val="162"/>
                          <dgm:adj idx="2" val="-90"/>
                        </dgm:adjLst>
                      </dgm:shape>
                    </dgm:if>
                    <dgm:if name="Name35" axis="followSib" ptType="node" func="cnt" op="equ" val="3">
                      <dgm:shape xmlns:r="http://schemas.openxmlformats.org/officeDocument/2006/relationships" type="pie" r:blip="">
                        <dgm:adjLst>
                          <dgm:adj idx="1" val="180"/>
                          <dgm:adj idx="2" val="-90"/>
                        </dgm:adjLst>
                      </dgm:shape>
                    </dgm:if>
                    <dgm:else name="Name36">
                      <dgm:shape xmlns:r="http://schemas.openxmlformats.org/officeDocument/2006/relationships" type="pie" r:blip="">
                        <dgm:adjLst>
                          <dgm:adj idx="1" val="-167.1429"/>
                          <dgm:adj idx="2" val="-90"/>
                        </dgm:adjLst>
                      </dgm:shape>
                    </dgm:else>
                  </dgm:choose>
                </dgm:if>
                <dgm:if name="Name37" axis="precedSib" ptType="node" func="cnt" op="equ" val="3">
                  <dgm:choose name="Name38">
                    <dgm:if name="Name39" axis="followSib" ptType="node" func="cnt" op="equ" val="0">
                      <dgm:shape xmlns:r="http://schemas.openxmlformats.org/officeDocument/2006/relationships" type="pie" r:blip="">
                        <dgm:adjLst>
                          <dgm:adj idx="1" val="90"/>
                          <dgm:adj idx="2" val="-90"/>
                        </dgm:adjLst>
                      </dgm:shape>
                    </dgm:if>
                    <dgm:if name="Name40" axis="followSib" ptType="node" func="cnt" op="equ" val="1">
                      <dgm:shape xmlns:r="http://schemas.openxmlformats.org/officeDocument/2006/relationships" type="pie" r:blip="">
                        <dgm:adjLst>
                          <dgm:adj idx="1" val="126"/>
                          <dgm:adj idx="2" val="-90"/>
                        </dgm:adjLst>
                      </dgm:shape>
                    </dgm:if>
                    <dgm:if name="Name41" axis="followSib" ptType="node" func="cnt" op="equ" val="2">
                      <dgm:shape xmlns:r="http://schemas.openxmlformats.org/officeDocument/2006/relationships" type="pie" r:blip="">
                        <dgm:adjLst>
                          <dgm:adj idx="1" val="150"/>
                          <dgm:adj idx="2" val="-90"/>
                        </dgm:adjLst>
                      </dgm:shape>
                    </dgm:if>
                    <dgm:else name="Name42">
                      <dgm:shape xmlns:r="http://schemas.openxmlformats.org/officeDocument/2006/relationships" type="pie" r:blip="">
                        <dgm:adjLst>
                          <dgm:adj idx="1" val="167.1429"/>
                          <dgm:adj idx="2" val="-90"/>
                        </dgm:adjLst>
                      </dgm:shape>
                    </dgm:else>
                  </dgm:choose>
                </dgm:if>
                <dgm:if name="Name43" axis="precedSib" ptType="node" func="cnt" op="equ" val="4">
                  <dgm:choose name="Name44">
                    <dgm:if name="Name45" axis="followSib" ptType="node" func="cnt" op="equ" val="0">
                      <dgm:shape xmlns:r="http://schemas.openxmlformats.org/officeDocument/2006/relationships" type="pie" r:blip="">
                        <dgm:adjLst>
                          <dgm:adj idx="1" val="90"/>
                          <dgm:adj idx="2" val="-90"/>
                        </dgm:adjLst>
                      </dgm:shape>
                    </dgm:if>
                    <dgm:if name="Name46" axis="followSib" ptType="node" func="cnt" op="equ" val="1">
                      <dgm:shape xmlns:r="http://schemas.openxmlformats.org/officeDocument/2006/relationships" type="pie" r:blip="">
                        <dgm:adjLst>
                          <dgm:adj idx="1" val="120"/>
                          <dgm:adj idx="2" val="-90"/>
                        </dgm:adjLst>
                      </dgm:shape>
                    </dgm:if>
                    <dgm:else name="Name47">
                      <dgm:shape xmlns:r="http://schemas.openxmlformats.org/officeDocument/2006/relationships" type="pie" r:blip="">
                        <dgm:adjLst>
                          <dgm:adj idx="1" val="141.4286"/>
                          <dgm:adj idx="2" val="-90"/>
                        </dgm:adjLst>
                      </dgm:shape>
                    </dgm:else>
                  </dgm:choose>
                </dgm:if>
                <dgm:if name="Name48" axis="precedSib" ptType="node" func="cnt" op="equ" val="5">
                  <dgm:choose name="Name49">
                    <dgm:if name="Name50" axis="followSib" ptType="node" func="cnt" op="equ" val="0">
                      <dgm:shape xmlns:r="http://schemas.openxmlformats.org/officeDocument/2006/relationships" type="pie" r:blip="">
                        <dgm:adjLst>
                          <dgm:adj idx="1" val="90"/>
                          <dgm:adj idx="2" val="-90"/>
                        </dgm:adjLst>
                      </dgm:shape>
                    </dgm:if>
                    <dgm:else name="Name51">
                      <dgm:shape xmlns:r="http://schemas.openxmlformats.org/officeDocument/2006/relationships" type="pie" r:blip="">
                        <dgm:adjLst>
                          <dgm:adj idx="1" val="115.7143"/>
                          <dgm:adj idx="2" val="-90"/>
                        </dgm:adjLst>
                      </dgm:shape>
                    </dgm:else>
                  </dgm:choose>
                </dgm:if>
                <dgm:else name="Name52">
                  <dgm:shape xmlns:r="http://schemas.openxmlformats.org/officeDocument/2006/relationships" type="pie" r:blip="">
                    <dgm:adjLst>
                      <dgm:adj idx="1" val="90"/>
                      <dgm:adj idx="2" val="-90"/>
                    </dgm:adjLst>
                  </dgm:shape>
                </dgm:else>
              </dgm:choose>
            </dgm:if>
            <dgm:else name="Name53">
              <dgm:choose name="Name54">
                <dgm:if name="Name55" axis="precedSib" ptType="node" func="cnt" op="equ" val="0">
                  <dgm:choose name="Name56">
                    <dgm:if name="Name57" axis="followSib" ptType="node" func="cnt" op="equ" val="0">
                      <dgm:shape xmlns:r="http://schemas.openxmlformats.org/officeDocument/2006/relationships" rot="180" type="pie" r:blip="">
                        <dgm:adjLst>
                          <dgm:adj idx="1" val="90"/>
                          <dgm:adj idx="2" val="-90"/>
                        </dgm:adjLst>
                      </dgm:shape>
                    </dgm:if>
                    <dgm:if name="Name58" axis="followSib" ptType="node" func="cnt" op="equ" val="1">
                      <dgm:shape xmlns:r="http://schemas.openxmlformats.org/officeDocument/2006/relationships" rot="180" type="pie" r:blip="">
                        <dgm:adjLst>
                          <dgm:adj idx="1" val="90"/>
                          <dgm:adj idx="2" val="180"/>
                        </dgm:adjLst>
                      </dgm:shape>
                    </dgm:if>
                    <dgm:if name="Name59" axis="followSib" ptType="node" func="cnt" op="equ" val="2">
                      <dgm:shape xmlns:r="http://schemas.openxmlformats.org/officeDocument/2006/relationships" rot="180" type="pie" r:blip="">
                        <dgm:adjLst>
                          <dgm:adj idx="1" val="90"/>
                          <dgm:adj idx="2" val="150"/>
                        </dgm:adjLst>
                      </dgm:shape>
                    </dgm:if>
                    <dgm:if name="Name60" axis="followSib" ptType="node" func="cnt" op="equ" val="3">
                      <dgm:shape xmlns:r="http://schemas.openxmlformats.org/officeDocument/2006/relationships" rot="180" type="pie" r:blip="">
                        <dgm:adjLst>
                          <dgm:adj idx="1" val="90"/>
                          <dgm:adj idx="2" val="135"/>
                        </dgm:adjLst>
                      </dgm:shape>
                    </dgm:if>
                    <dgm:if name="Name61" axis="followSib" ptType="node" func="cnt" op="equ" val="4">
                      <dgm:shape xmlns:r="http://schemas.openxmlformats.org/officeDocument/2006/relationships" rot="180" type="pie" r:blip="">
                        <dgm:adjLst>
                          <dgm:adj idx="1" val="90"/>
                          <dgm:adj idx="2" val="126"/>
                        </dgm:adjLst>
                      </dgm:shape>
                    </dgm:if>
                    <dgm:if name="Name62" axis="followSib" ptType="node" func="cnt" op="equ" val="5">
                      <dgm:shape xmlns:r="http://schemas.openxmlformats.org/officeDocument/2006/relationships" rot="180" type="pie" r:blip="">
                        <dgm:adjLst>
                          <dgm:adj idx="1" val="90"/>
                          <dgm:adj idx="2" val="120"/>
                        </dgm:adjLst>
                      </dgm:shape>
                    </dgm:if>
                    <dgm:else name="Name63">
                      <dgm:shape xmlns:r="http://schemas.openxmlformats.org/officeDocument/2006/relationships" rot="180" type="pie" r:blip="">
                        <dgm:adjLst>
                          <dgm:adj idx="1" val="90"/>
                          <dgm:adj idx="2" val="115.7143"/>
                        </dgm:adjLst>
                      </dgm:shape>
                    </dgm:else>
                  </dgm:choose>
                </dgm:if>
                <dgm:if name="Name64" axis="precedSib" ptType="node" func="cnt" op="equ" val="1">
                  <dgm:choose name="Name65">
                    <dgm:if name="Name66" axis="followSib" ptType="node" func="cnt" op="equ" val="0">
                      <dgm:shape xmlns:r="http://schemas.openxmlformats.org/officeDocument/2006/relationships" rot="180" type="pie" r:blip="">
                        <dgm:adjLst>
                          <dgm:adj idx="1" val="90"/>
                          <dgm:adj idx="2" val="-90"/>
                        </dgm:adjLst>
                      </dgm:shape>
                    </dgm:if>
                    <dgm:if name="Name67" axis="followSib" ptType="node" func="cnt" op="equ" val="1">
                      <dgm:shape xmlns:r="http://schemas.openxmlformats.org/officeDocument/2006/relationships" rot="180" type="pie" r:blip="">
                        <dgm:adjLst>
                          <dgm:adj idx="1" val="90"/>
                          <dgm:adj idx="2" val="-150"/>
                        </dgm:adjLst>
                      </dgm:shape>
                    </dgm:if>
                    <dgm:if name="Name68" axis="followSib" ptType="node" func="cnt" op="equ" val="2">
                      <dgm:shape xmlns:r="http://schemas.openxmlformats.org/officeDocument/2006/relationships" rot="180" type="pie" r:blip="">
                        <dgm:adjLst>
                          <dgm:adj idx="1" val="90"/>
                          <dgm:adj idx="2" val="180"/>
                        </dgm:adjLst>
                      </dgm:shape>
                    </dgm:if>
                    <dgm:if name="Name69" axis="followSib" ptType="node" func="cnt" op="equ" val="3">
                      <dgm:shape xmlns:r="http://schemas.openxmlformats.org/officeDocument/2006/relationships" rot="180" type="pie" r:blip="">
                        <dgm:adjLst>
                          <dgm:adj idx="1" val="90"/>
                          <dgm:adj idx="2" val="162"/>
                        </dgm:adjLst>
                      </dgm:shape>
                    </dgm:if>
                    <dgm:if name="Name70" axis="followSib" ptType="node" func="cnt" op="equ" val="4">
                      <dgm:shape xmlns:r="http://schemas.openxmlformats.org/officeDocument/2006/relationships" rot="180" type="pie" r:blip="">
                        <dgm:adjLst>
                          <dgm:adj idx="1" val="90"/>
                          <dgm:adj idx="2" val="150"/>
                        </dgm:adjLst>
                      </dgm:shape>
                    </dgm:if>
                    <dgm:else name="Name71">
                      <dgm:shape xmlns:r="http://schemas.openxmlformats.org/officeDocument/2006/relationships" rot="180" type="pie" r:blip="">
                        <dgm:adjLst>
                          <dgm:adj idx="1" val="90"/>
                          <dgm:adj idx="2" val="141.4286"/>
                        </dgm:adjLst>
                      </dgm:shape>
                    </dgm:else>
                  </dgm:choose>
                </dgm:if>
                <dgm:if name="Name72" axis="precedSib" ptType="node" func="cnt" op="equ" val="2">
                  <dgm:choose name="Name73">
                    <dgm:if name="Name74" axis="followSib" ptType="node" func="cnt" op="equ" val="0">
                      <dgm:shape xmlns:r="http://schemas.openxmlformats.org/officeDocument/2006/relationships" rot="180" type="pie" r:blip="">
                        <dgm:adjLst>
                          <dgm:adj idx="1" val="90"/>
                          <dgm:adj idx="2" val="-90"/>
                        </dgm:adjLst>
                      </dgm:shape>
                    </dgm:if>
                    <dgm:if name="Name75" axis="followSib" ptType="node" func="cnt" op="equ" val="1">
                      <dgm:shape xmlns:r="http://schemas.openxmlformats.org/officeDocument/2006/relationships" rot="180" type="pie" r:blip="">
                        <dgm:adjLst>
                          <dgm:adj idx="1" val="90"/>
                          <dgm:adj idx="2" val="-135"/>
                        </dgm:adjLst>
                      </dgm:shape>
                    </dgm:if>
                    <dgm:if name="Name76" axis="followSib" ptType="node" func="cnt" op="equ" val="2">
                      <dgm:shape xmlns:r="http://schemas.openxmlformats.org/officeDocument/2006/relationships" rot="180" type="pie" r:blip="">
                        <dgm:adjLst>
                          <dgm:adj idx="1" val="90"/>
                          <dgm:adj idx="2" val="-162"/>
                        </dgm:adjLst>
                      </dgm:shape>
                    </dgm:if>
                    <dgm:if name="Name77" axis="followSib" ptType="node" func="cnt" op="equ" val="3">
                      <dgm:shape xmlns:r="http://schemas.openxmlformats.org/officeDocument/2006/relationships" rot="180" type="pie" r:blip="">
                        <dgm:adjLst>
                          <dgm:adj idx="1" val="90"/>
                          <dgm:adj idx="2" val="180"/>
                        </dgm:adjLst>
                      </dgm:shape>
                    </dgm:if>
                    <dgm:else name="Name78">
                      <dgm:shape xmlns:r="http://schemas.openxmlformats.org/officeDocument/2006/relationships" rot="180" type="pie" r:blip="">
                        <dgm:adjLst>
                          <dgm:adj idx="1" val="90"/>
                          <dgm:adj idx="2" val="167.1429"/>
                        </dgm:adjLst>
                      </dgm:shape>
                    </dgm:else>
                  </dgm:choose>
                </dgm:if>
                <dgm:if name="Name79" axis="precedSib" ptType="node" func="cnt" op="equ" val="3">
                  <dgm:choose name="Name80">
                    <dgm:if name="Name81" axis="followSib" ptType="node" func="cnt" op="equ" val="0">
                      <dgm:shape xmlns:r="http://schemas.openxmlformats.org/officeDocument/2006/relationships" rot="180" type="pie" r:blip="">
                        <dgm:adjLst>
                          <dgm:adj idx="1" val="90"/>
                          <dgm:adj idx="2" val="-90"/>
                        </dgm:adjLst>
                      </dgm:shape>
                    </dgm:if>
                    <dgm:if name="Name82" axis="followSib" ptType="node" func="cnt" op="equ" val="1">
                      <dgm:shape xmlns:r="http://schemas.openxmlformats.org/officeDocument/2006/relationships" rot="180" type="pie" r:blip="">
                        <dgm:adjLst>
                          <dgm:adj idx="1" val="90"/>
                          <dgm:adj idx="2" val="-126"/>
                        </dgm:adjLst>
                      </dgm:shape>
                    </dgm:if>
                    <dgm:if name="Name83" axis="followSib" ptType="node" func="cnt" op="equ" val="2">
                      <dgm:shape xmlns:r="http://schemas.openxmlformats.org/officeDocument/2006/relationships" rot="180" type="pie" r:blip="">
                        <dgm:adjLst>
                          <dgm:adj idx="1" val="90"/>
                          <dgm:adj idx="2" val="-150"/>
                        </dgm:adjLst>
                      </dgm:shape>
                    </dgm:if>
                    <dgm:else name="Name84">
                      <dgm:shape xmlns:r="http://schemas.openxmlformats.org/officeDocument/2006/relationships" rot="180" type="pie" r:blip="">
                        <dgm:adjLst>
                          <dgm:adj idx="1" val="90"/>
                          <dgm:adj idx="2" val="-167.1429"/>
                        </dgm:adjLst>
                      </dgm:shape>
                    </dgm:else>
                  </dgm:choose>
                </dgm:if>
                <dgm:if name="Name85" axis="precedSib" ptType="node" func="cnt" op="equ" val="4">
                  <dgm:choose name="Name86">
                    <dgm:if name="Name87" axis="followSib" ptType="node" func="cnt" op="equ" val="0">
                      <dgm:shape xmlns:r="http://schemas.openxmlformats.org/officeDocument/2006/relationships" rot="180" type="pie" r:blip="">
                        <dgm:adjLst>
                          <dgm:adj idx="1" val="90"/>
                          <dgm:adj idx="2" val="-90"/>
                        </dgm:adjLst>
                      </dgm:shape>
                    </dgm:if>
                    <dgm:if name="Name88" axis="followSib" ptType="node" func="cnt" op="equ" val="1">
                      <dgm:shape xmlns:r="http://schemas.openxmlformats.org/officeDocument/2006/relationships" rot="180" type="pie" r:blip="">
                        <dgm:adjLst>
                          <dgm:adj idx="1" val="90"/>
                          <dgm:adj idx="2" val="-120"/>
                        </dgm:adjLst>
                      </dgm:shape>
                    </dgm:if>
                    <dgm:else name="Name89">
                      <dgm:shape xmlns:r="http://schemas.openxmlformats.org/officeDocument/2006/relationships" rot="180" type="pie" r:blip="">
                        <dgm:adjLst>
                          <dgm:adj idx="1" val="90"/>
                          <dgm:adj idx="2" val="-141.4286"/>
                        </dgm:adjLst>
                      </dgm:shape>
                    </dgm:else>
                  </dgm:choose>
                </dgm:if>
                <dgm:if name="Name90" axis="precedSib" ptType="node" func="cnt" op="equ" val="5">
                  <dgm:choose name="Name91">
                    <dgm:if name="Name92" axis="followSib" ptType="node" func="cnt" op="equ" val="0">
                      <dgm:shape xmlns:r="http://schemas.openxmlformats.org/officeDocument/2006/relationships" rot="180" type="pie" r:blip="">
                        <dgm:adjLst>
                          <dgm:adj idx="1" val="90"/>
                          <dgm:adj idx="2" val="-90"/>
                        </dgm:adjLst>
                      </dgm:shape>
                    </dgm:if>
                    <dgm:else name="Name93">
                      <dgm:shape xmlns:r="http://schemas.openxmlformats.org/officeDocument/2006/relationships" rot="180" type="pie" r:blip="">
                        <dgm:adjLst>
                          <dgm:adj idx="1" val="90"/>
                          <dgm:adj idx="2" val="-115.7143"/>
                        </dgm:adjLst>
                      </dgm:shape>
                    </dgm:else>
                  </dgm:choose>
                </dgm:if>
                <dgm:else name="Name94">
                  <dgm:shape xmlns:r="http://schemas.openxmlformats.org/officeDocument/2006/relationships" rot="180" type="pie" r:blip="">
                    <dgm:adjLst>
                      <dgm:adj idx="1" val="90"/>
                      <dgm:adj idx="2" val="-90"/>
                    </dgm:adjLst>
                  </dgm:shape>
                </dgm:else>
              </dgm:choose>
            </dgm:else>
          </dgm:choose>
          <dgm:presOf/>
        </dgm:layoutNode>
        <dgm:layoutNode name="Parent" styleLbl="revTx">
          <dgm:varLst>
            <dgm:chMax val="1"/>
            <dgm:chPref val="1"/>
            <dgm:bulletEnabled val="1"/>
          </dgm:varLst>
          <dgm:choose name="Name95">
            <dgm:if name="Name96" func="var" arg="dir" op="equ" val="norm">
              <dgm:alg type="tx">
                <dgm:param type="parTxLTRAlign" val="r"/>
                <dgm:param type="parTxRTLAlign" val="r"/>
                <dgm:param type="shpTxLTRAlignCh" val="r"/>
                <dgm:param type="shpTxRTLAlignCh" val="r"/>
                <dgm:param type="txAnchorVert" val="b"/>
                <dgm:param type="autoTxRot" val="grav"/>
              </dgm:alg>
            </dgm:if>
            <dgm:else name="Name97">
              <dgm:alg type="tx">
                <dgm:param type="parTxLTRAlign" val="l"/>
                <dgm:param type="parTxRTLAlign" val="l"/>
                <dgm:param type="shpTxLTRAlignCh" val="l"/>
                <dgm:param type="shpTxRTLAlignCh" val="l"/>
                <dgm:param type="txAnchorVert" val="b"/>
                <dgm:param type="autoTxRot" val="grav"/>
              </dgm:alg>
            </dgm:else>
          </dgm:choose>
          <dgm:choose name="Name98">
            <dgm:if name="Name99" func="var" arg="dir" op="equ" val="norm">
              <dgm:shape xmlns:r="http://schemas.openxmlformats.org/officeDocument/2006/relationships" rot="-90" type="rect" r:blip="">
                <dgm:adjLst/>
              </dgm:shape>
            </dgm:if>
            <dgm:else name="Name100">
              <dgm:shape xmlns:r="http://schemas.openxmlformats.org/officeDocument/2006/relationships" rot="90" type="rect" r:blip="">
                <dgm:adjLst/>
              </dgm:shape>
            </dgm:else>
          </dgm:choose>
          <dgm:presOf axis="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choose name="Name101">
        <dgm:if name="Name102" axis="ch" ptType="node" func="cnt" op="gte" val="1">
          <dgm:forEach name="negSibTransForEach" axis="ch" ptType="sibTrans" hideLastTrans="0" cnt="1">
            <dgm:layoutNode name="negSibTrans">
              <dgm:alg type="sp"/>
              <dgm:shape xmlns:r="http://schemas.openxmlformats.org/officeDocument/2006/relationships" r:blip="">
                <dgm:adjLst/>
              </dgm:shape>
            </dgm:layoutNode>
          </dgm:forEach>
          <dgm:layoutNode name="composite">
            <dgm:alg type="composite">
              <dgm:param type="ar" val="0.5"/>
            </dgm:alg>
            <dgm:shape xmlns:r="http://schemas.openxmlformats.org/officeDocument/2006/relationships" r:blip="">
              <dgm:adjLst/>
            </dgm:shape>
            <dgm:choose name="Name103">
              <dgm:if name="Name104" func="var" arg="dir" op="equ" val="norm">
                <dgm:constrLst>
                  <dgm:constr type="l" for="ch" forName="Child" refType="w" fact="0"/>
                  <dgm:constr type="t" for="ch" forName="Child" refType="h" fact="0"/>
                  <dgm:constr type="w" for="ch" forName="Child" refType="w"/>
                  <dgm:constr type="h" for="ch" forName="Child" refType="h"/>
                </dgm:constrLst>
              </dgm:if>
              <dgm:else name="Name105">
                <dgm:constrLst>
                  <dgm:constr type="r" for="ch" forName="Child" refType="w"/>
                  <dgm:constr type="t" for="ch" forName="Child" refType="h" fact="0"/>
                  <dgm:constr type="w" for="ch" forName="Child" refType="w"/>
                  <dgm:constr type="h" for="ch" forName="Child" refType="h"/>
                </dgm:constrLst>
              </dgm:else>
            </dgm:choose>
            <dgm:ruleLst/>
            <dgm:layoutNode name="Child" styleLbl="revTx">
              <dgm:varLst>
                <dgm:chMax val="0"/>
                <dgm:chPref val="0"/>
                <dgm:bulletEnabled val="1"/>
              </dgm:varLst>
              <dgm:choose name="Name106">
                <dgm:if name="Name107" func="var" arg="dir" op="equ" val="norm">
                  <dgm:alg type="tx">
                    <dgm:param type="parTxLTRAlign" val="l"/>
                    <dgm:param type="parTxRTLAlign" val="r"/>
                    <dgm:param type="txAnchorVert" val="t"/>
                  </dgm:alg>
                </dgm:if>
                <dgm:else name="Name108">
                  <dgm:alg type="tx">
                    <dgm:param type="parTxLTRAlign" val="r"/>
                    <dgm:param type="parTxRTLAlign" val="l"/>
                    <dgm:param type="txAnchorVert" val="t"/>
                  </dgm:alg>
                </dgm:else>
              </dgm:choose>
              <dgm:shape xmlns:r="http://schemas.openxmlformats.org/officeDocument/2006/relationships" type="rect" r:blip="">
                <dgm:adjLst/>
              </dgm:shape>
              <dgm:presOf axis="des"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if>
        <dgm:else name="Name109"/>
      </dgm:choose>
    </dgm:forEach>
  </dgm:layoutNode>
</dgm:layoutDef>
</file>

<file path=ppt/diagrams/layout6.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D5DFF5-5C3A-60CC-11A0-D74B13B8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521745F-D06E-FCEA-3A1D-81300AD8CA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88F0EA-E00D-4F69-9596-E8D9B4BBC74A}" type="datetimeFigureOut">
              <a:rPr lang="en-US" smtClean="0"/>
              <a:t>3/31/2026</a:t>
            </a:fld>
            <a:endParaRPr lang="en-US"/>
          </a:p>
        </p:txBody>
      </p:sp>
      <p:sp>
        <p:nvSpPr>
          <p:cNvPr id="4" name="Footer Placeholder 3">
            <a:extLst>
              <a:ext uri="{FF2B5EF4-FFF2-40B4-BE49-F238E27FC236}">
                <a16:creationId xmlns:a16="http://schemas.microsoft.com/office/drawing/2014/main" id="{D2050043-DE5E-C86A-ED50-D3CBA859E9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AF8A8-738B-E996-A20E-C035AB7C2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286384-199B-42CC-A90B-516EB23FAD4A}" type="slidenum">
              <a:rPr lang="en-US" smtClean="0"/>
              <a:t>‹#›</a:t>
            </a:fld>
            <a:endParaRPr lang="en-US"/>
          </a:p>
        </p:txBody>
      </p:sp>
    </p:spTree>
    <p:extLst>
      <p:ext uri="{BB962C8B-B14F-4D97-AF65-F5344CB8AC3E}">
        <p14:creationId xmlns:p14="http://schemas.microsoft.com/office/powerpoint/2010/main" val="26161835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1467CC-16CE-4122-B8BB-E0B2855A7FB8}"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24B24E-E92A-446E-9BBA-E049DEAECB46}" type="slidenum">
              <a:rPr lang="en-US" smtClean="0"/>
              <a:t>‹#›</a:t>
            </a:fld>
            <a:endParaRPr lang="en-US"/>
          </a:p>
        </p:txBody>
      </p:sp>
    </p:spTree>
    <p:extLst>
      <p:ext uri="{BB962C8B-B14F-4D97-AF65-F5344CB8AC3E}">
        <p14:creationId xmlns:p14="http://schemas.microsoft.com/office/powerpoint/2010/main" val="418281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2</a:t>
            </a:fld>
            <a:endParaRPr lang="en-US"/>
          </a:p>
        </p:txBody>
      </p:sp>
    </p:spTree>
    <p:extLst>
      <p:ext uri="{BB962C8B-B14F-4D97-AF65-F5344CB8AC3E}">
        <p14:creationId xmlns:p14="http://schemas.microsoft.com/office/powerpoint/2010/main" val="4119414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3</a:t>
            </a:fld>
            <a:endParaRPr lang="en-US"/>
          </a:p>
        </p:txBody>
      </p:sp>
    </p:spTree>
    <p:extLst>
      <p:ext uri="{BB962C8B-B14F-4D97-AF65-F5344CB8AC3E}">
        <p14:creationId xmlns:p14="http://schemas.microsoft.com/office/powerpoint/2010/main" val="2793042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4</a:t>
            </a:fld>
            <a:endParaRPr lang="en-US"/>
          </a:p>
        </p:txBody>
      </p:sp>
    </p:spTree>
    <p:extLst>
      <p:ext uri="{BB962C8B-B14F-4D97-AF65-F5344CB8AC3E}">
        <p14:creationId xmlns:p14="http://schemas.microsoft.com/office/powerpoint/2010/main" val="2048155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EBE7A-E4CA-251D-61CD-A3C1EC11E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5AB76-041F-4F98-800D-4C3877B06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47401-4D40-A937-2172-AC8A7655E2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443E1-1D91-EEA4-8711-BB5FCE295E4F}"/>
              </a:ext>
            </a:extLst>
          </p:cNvPr>
          <p:cNvSpPr>
            <a:spLocks noGrp="1"/>
          </p:cNvSpPr>
          <p:nvPr>
            <p:ph type="sldNum" sz="quarter" idx="5"/>
          </p:nvPr>
        </p:nvSpPr>
        <p:spPr/>
        <p:txBody>
          <a:bodyPr/>
          <a:lstStyle/>
          <a:p>
            <a:fld id="{0224B24E-E92A-446E-9BBA-E049DEAECB46}" type="slidenum">
              <a:rPr lang="en-US" smtClean="0"/>
              <a:t>5</a:t>
            </a:fld>
            <a:endParaRPr lang="en-US"/>
          </a:p>
        </p:txBody>
      </p:sp>
    </p:spTree>
    <p:extLst>
      <p:ext uri="{BB962C8B-B14F-4D97-AF65-F5344CB8AC3E}">
        <p14:creationId xmlns:p14="http://schemas.microsoft.com/office/powerpoint/2010/main" val="3587641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CEE37-7AF7-C510-0219-04FB64583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7E0A8-4815-262D-044F-C0FF3BDBD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ADF9B-2652-E121-8F02-B950DA44D9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C7D47B-D5FF-E990-34C6-4420113ADCF3}"/>
              </a:ext>
            </a:extLst>
          </p:cNvPr>
          <p:cNvSpPr>
            <a:spLocks noGrp="1"/>
          </p:cNvSpPr>
          <p:nvPr>
            <p:ph type="sldNum" sz="quarter" idx="5"/>
          </p:nvPr>
        </p:nvSpPr>
        <p:spPr/>
        <p:txBody>
          <a:bodyPr/>
          <a:lstStyle/>
          <a:p>
            <a:fld id="{0224B24E-E92A-446E-9BBA-E049DEAECB46}" type="slidenum">
              <a:rPr lang="en-US" smtClean="0"/>
              <a:t>6</a:t>
            </a:fld>
            <a:endParaRPr lang="en-US"/>
          </a:p>
        </p:txBody>
      </p:sp>
    </p:spTree>
    <p:extLst>
      <p:ext uri="{BB962C8B-B14F-4D97-AF65-F5344CB8AC3E}">
        <p14:creationId xmlns:p14="http://schemas.microsoft.com/office/powerpoint/2010/main" val="1991927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09720-C130-1F17-0DB8-766236A3B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5E27C-F822-166A-A902-0B2897808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5D974-FFB4-801C-65C7-700F85841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A0E3B5-FE77-1D4B-2AD4-896ACE85D442}"/>
              </a:ext>
            </a:extLst>
          </p:cNvPr>
          <p:cNvSpPr>
            <a:spLocks noGrp="1"/>
          </p:cNvSpPr>
          <p:nvPr>
            <p:ph type="sldNum" sz="quarter" idx="5"/>
          </p:nvPr>
        </p:nvSpPr>
        <p:spPr/>
        <p:txBody>
          <a:bodyPr/>
          <a:lstStyle/>
          <a:p>
            <a:fld id="{0224B24E-E92A-446E-9BBA-E049DEAECB46}" type="slidenum">
              <a:rPr lang="en-US" smtClean="0"/>
              <a:t>8</a:t>
            </a:fld>
            <a:endParaRPr lang="en-US"/>
          </a:p>
        </p:txBody>
      </p:sp>
    </p:spTree>
    <p:extLst>
      <p:ext uri="{BB962C8B-B14F-4D97-AF65-F5344CB8AC3E}">
        <p14:creationId xmlns:p14="http://schemas.microsoft.com/office/powerpoint/2010/main" val="3307813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14</a:t>
            </a:fld>
            <a:endParaRPr lang="en-US"/>
          </a:p>
        </p:txBody>
      </p:sp>
    </p:spTree>
    <p:extLst>
      <p:ext uri="{BB962C8B-B14F-4D97-AF65-F5344CB8AC3E}">
        <p14:creationId xmlns:p14="http://schemas.microsoft.com/office/powerpoint/2010/main" val="2542049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19</a:t>
            </a:fld>
            <a:endParaRPr lang="en-US"/>
          </a:p>
        </p:txBody>
      </p:sp>
    </p:spTree>
    <p:extLst>
      <p:ext uri="{BB962C8B-B14F-4D97-AF65-F5344CB8AC3E}">
        <p14:creationId xmlns:p14="http://schemas.microsoft.com/office/powerpoint/2010/main" val="1192608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24</a:t>
            </a:fld>
            <a:endParaRPr lang="en-US"/>
          </a:p>
        </p:txBody>
      </p:sp>
    </p:spTree>
    <p:extLst>
      <p:ext uri="{BB962C8B-B14F-4D97-AF65-F5344CB8AC3E}">
        <p14:creationId xmlns:p14="http://schemas.microsoft.com/office/powerpoint/2010/main" val="176845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25</a:t>
            </a:fld>
            <a:endParaRPr lang="en-US"/>
          </a:p>
        </p:txBody>
      </p:sp>
    </p:spTree>
    <p:extLst>
      <p:ext uri="{BB962C8B-B14F-4D97-AF65-F5344CB8AC3E}">
        <p14:creationId xmlns:p14="http://schemas.microsoft.com/office/powerpoint/2010/main" val="515566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4E17-0C93-DE93-8CCD-95A4B1986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4FA46-E15A-4E29-6E11-9EE28858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522DC-54AC-646A-C37A-0BCFF14C2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38DCD2-D57D-B056-B170-5645887B6A0C}"/>
              </a:ext>
            </a:extLst>
          </p:cNvPr>
          <p:cNvSpPr>
            <a:spLocks noGrp="1"/>
          </p:cNvSpPr>
          <p:nvPr>
            <p:ph type="sldNum" sz="quarter" idx="5"/>
          </p:nvPr>
        </p:nvSpPr>
        <p:spPr/>
        <p:txBody>
          <a:bodyPr/>
          <a:lstStyle/>
          <a:p>
            <a:fld id="{0224B24E-E92A-446E-9BBA-E049DEAECB46}" type="slidenum">
              <a:rPr lang="en-US" smtClean="0"/>
              <a:t>26</a:t>
            </a:fld>
            <a:endParaRPr lang="en-US"/>
          </a:p>
        </p:txBody>
      </p:sp>
    </p:spTree>
    <p:extLst>
      <p:ext uri="{BB962C8B-B14F-4D97-AF65-F5344CB8AC3E}">
        <p14:creationId xmlns:p14="http://schemas.microsoft.com/office/powerpoint/2010/main" val="4142863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D3A1-D91B-C0A2-29A5-8B954A7EF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3F287-C937-8FC2-8C67-33383BA27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82F1E-8A71-BDD6-B266-EE3F79F18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601583-B7C7-F00C-F2AF-4181B27CDA24}"/>
              </a:ext>
            </a:extLst>
          </p:cNvPr>
          <p:cNvSpPr>
            <a:spLocks noGrp="1"/>
          </p:cNvSpPr>
          <p:nvPr>
            <p:ph type="sldNum" sz="quarter" idx="5"/>
          </p:nvPr>
        </p:nvSpPr>
        <p:spPr/>
        <p:txBody>
          <a:bodyPr/>
          <a:lstStyle/>
          <a:p>
            <a:fld id="{0224B24E-E92A-446E-9BBA-E049DEAECB46}" type="slidenum">
              <a:rPr lang="en-US" smtClean="0"/>
              <a:t>27</a:t>
            </a:fld>
            <a:endParaRPr lang="en-US"/>
          </a:p>
        </p:txBody>
      </p:sp>
    </p:spTree>
    <p:extLst>
      <p:ext uri="{BB962C8B-B14F-4D97-AF65-F5344CB8AC3E}">
        <p14:creationId xmlns:p14="http://schemas.microsoft.com/office/powerpoint/2010/main" val="2338162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5CBC0-CC98-E1EB-6804-377B272F4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45C4C-8B01-B396-0620-99723A6143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B358C-9DE9-C5BC-F9C5-56D0493C9E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3A6049-0101-E9D3-30CA-021361BA87F4}"/>
              </a:ext>
            </a:extLst>
          </p:cNvPr>
          <p:cNvSpPr>
            <a:spLocks noGrp="1"/>
          </p:cNvSpPr>
          <p:nvPr>
            <p:ph type="sldNum" sz="quarter" idx="5"/>
          </p:nvPr>
        </p:nvSpPr>
        <p:spPr/>
        <p:txBody>
          <a:bodyPr/>
          <a:lstStyle/>
          <a:p>
            <a:fld id="{0224B24E-E92A-446E-9BBA-E049DEAECB46}" type="slidenum">
              <a:rPr lang="en-US" smtClean="0"/>
              <a:t>28</a:t>
            </a:fld>
            <a:endParaRPr lang="en-US"/>
          </a:p>
        </p:txBody>
      </p:sp>
    </p:spTree>
    <p:extLst>
      <p:ext uri="{BB962C8B-B14F-4D97-AF65-F5344CB8AC3E}">
        <p14:creationId xmlns:p14="http://schemas.microsoft.com/office/powerpoint/2010/main" val="2122567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30</a:t>
            </a:fld>
            <a:endParaRPr lang="en-US"/>
          </a:p>
        </p:txBody>
      </p:sp>
    </p:spTree>
    <p:extLst>
      <p:ext uri="{BB962C8B-B14F-4D97-AF65-F5344CB8AC3E}">
        <p14:creationId xmlns:p14="http://schemas.microsoft.com/office/powerpoint/2010/main" val="250549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31</a:t>
            </a:fld>
            <a:endParaRPr lang="en-US"/>
          </a:p>
        </p:txBody>
      </p:sp>
    </p:spTree>
    <p:extLst>
      <p:ext uri="{BB962C8B-B14F-4D97-AF65-F5344CB8AC3E}">
        <p14:creationId xmlns:p14="http://schemas.microsoft.com/office/powerpoint/2010/main" val="1653806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C0DE7-9124-BCA8-FEAE-AF519B8B1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72C9B-DE4D-6FD8-C1C0-5B042675D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1819C-7691-E811-57AC-1198979096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5AEE57-E671-3C0D-0EFD-69036D0CA900}"/>
              </a:ext>
            </a:extLst>
          </p:cNvPr>
          <p:cNvSpPr>
            <a:spLocks noGrp="1"/>
          </p:cNvSpPr>
          <p:nvPr>
            <p:ph type="sldNum" sz="quarter" idx="5"/>
          </p:nvPr>
        </p:nvSpPr>
        <p:spPr/>
        <p:txBody>
          <a:bodyPr/>
          <a:lstStyle/>
          <a:p>
            <a:fld id="{0224B24E-E92A-446E-9BBA-E049DEAECB46}" type="slidenum">
              <a:rPr lang="en-US" smtClean="0"/>
              <a:t>32</a:t>
            </a:fld>
            <a:endParaRPr lang="en-US"/>
          </a:p>
        </p:txBody>
      </p:sp>
    </p:spTree>
    <p:extLst>
      <p:ext uri="{BB962C8B-B14F-4D97-AF65-F5344CB8AC3E}">
        <p14:creationId xmlns:p14="http://schemas.microsoft.com/office/powerpoint/2010/main" val="1868605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789B1-37F7-689B-833B-4FF94C80B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DE027-3E9A-CCAD-BA7C-A9726D1D3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1E038-DC1E-9CD4-1C3F-F2B76E643A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73059C-662B-BB97-11BA-C1E2CA794A03}"/>
              </a:ext>
            </a:extLst>
          </p:cNvPr>
          <p:cNvSpPr>
            <a:spLocks noGrp="1"/>
          </p:cNvSpPr>
          <p:nvPr>
            <p:ph type="sldNum" sz="quarter" idx="5"/>
          </p:nvPr>
        </p:nvSpPr>
        <p:spPr/>
        <p:txBody>
          <a:bodyPr/>
          <a:lstStyle/>
          <a:p>
            <a:fld id="{0224B24E-E92A-446E-9BBA-E049DEAECB46}" type="slidenum">
              <a:rPr lang="en-US" smtClean="0"/>
              <a:t>33</a:t>
            </a:fld>
            <a:endParaRPr lang="en-US"/>
          </a:p>
        </p:txBody>
      </p:sp>
    </p:spTree>
    <p:extLst>
      <p:ext uri="{BB962C8B-B14F-4D97-AF65-F5344CB8AC3E}">
        <p14:creationId xmlns:p14="http://schemas.microsoft.com/office/powerpoint/2010/main" val="462537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F7CA5-8BE5-9ADA-3654-AFF9B275E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34D15-6B4B-0C66-FD76-2470BAC44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02B556-D80F-FC0E-0BE9-3FE99E6DC0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1FFDAD-82B8-D283-BD06-7F37B76B65EE}"/>
              </a:ext>
            </a:extLst>
          </p:cNvPr>
          <p:cNvSpPr>
            <a:spLocks noGrp="1"/>
          </p:cNvSpPr>
          <p:nvPr>
            <p:ph type="sldNum" sz="quarter" idx="5"/>
          </p:nvPr>
        </p:nvSpPr>
        <p:spPr/>
        <p:txBody>
          <a:bodyPr/>
          <a:lstStyle/>
          <a:p>
            <a:fld id="{0224B24E-E92A-446E-9BBA-E049DEAECB46}" type="slidenum">
              <a:rPr lang="en-US" smtClean="0"/>
              <a:t>35</a:t>
            </a:fld>
            <a:endParaRPr lang="en-US"/>
          </a:p>
        </p:txBody>
      </p:sp>
    </p:spTree>
    <p:extLst>
      <p:ext uri="{BB962C8B-B14F-4D97-AF65-F5344CB8AC3E}">
        <p14:creationId xmlns:p14="http://schemas.microsoft.com/office/powerpoint/2010/main" val="4049549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4192-0204-94B6-BEB5-7946F11F2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CA7E2-70EC-527E-56D0-30FB9B175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98E13-BE08-4693-75B4-B17B0B9BAE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086C41-0AAF-9761-B61A-E9410192DB11}"/>
              </a:ext>
            </a:extLst>
          </p:cNvPr>
          <p:cNvSpPr>
            <a:spLocks noGrp="1"/>
          </p:cNvSpPr>
          <p:nvPr>
            <p:ph type="sldNum" sz="quarter" idx="5"/>
          </p:nvPr>
        </p:nvSpPr>
        <p:spPr/>
        <p:txBody>
          <a:bodyPr/>
          <a:lstStyle/>
          <a:p>
            <a:fld id="{0224B24E-E92A-446E-9BBA-E049DEAECB46}" type="slidenum">
              <a:rPr lang="en-US" smtClean="0"/>
              <a:t>37</a:t>
            </a:fld>
            <a:endParaRPr lang="en-US"/>
          </a:p>
        </p:txBody>
      </p:sp>
    </p:spTree>
    <p:extLst>
      <p:ext uri="{BB962C8B-B14F-4D97-AF65-F5344CB8AC3E}">
        <p14:creationId xmlns:p14="http://schemas.microsoft.com/office/powerpoint/2010/main" val="15897162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2.png"/><Relationship Id="rId16"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microsoft.com/office/2007/relationships/hdphoto" Target="../media/hdphoto1.wdp"/><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502A189-2B57-C927-377D-F831B32D7CD1}"/>
              </a:ext>
            </a:extLst>
          </p:cNvPr>
          <p:cNvSpPr/>
          <p:nvPr userDrawn="1"/>
        </p:nvSpPr>
        <p:spPr>
          <a:xfrm rot="21445655">
            <a:off x="69346" y="4396968"/>
            <a:ext cx="12011481" cy="14077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1216741-237D-0769-D99B-267B5D217537}"/>
              </a:ext>
            </a:extLst>
          </p:cNvPr>
          <p:cNvSpPr/>
          <p:nvPr userDrawn="1"/>
        </p:nvSpPr>
        <p:spPr>
          <a:xfrm rot="21427662">
            <a:off x="-60052" y="6003794"/>
            <a:ext cx="4469000" cy="9305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E89674F-E33C-2D82-00F4-96B3AD40E68B}"/>
              </a:ext>
            </a:extLst>
          </p:cNvPr>
          <p:cNvPicPr>
            <a:picLocks noChangeAspect="1"/>
          </p:cNvPicPr>
          <p:nvPr userDrawn="1"/>
        </p:nvPicPr>
        <p:blipFill>
          <a:blip r:embed="rId2">
            <a:extLst>
              <a:ext uri="{28A0092B-C50C-407E-A947-70E740481C1C}">
                <a14:useLocalDpi xmlns:a14="http://schemas.microsoft.com/office/drawing/2010/main" val="0"/>
              </a:ext>
            </a:extLst>
          </a:blip>
          <a:srcRect l="5402" t="79881" b="3862"/>
          <a:stretch>
            <a:fillRect/>
          </a:stretch>
        </p:blipFill>
        <p:spPr>
          <a:xfrm>
            <a:off x="0" y="5767798"/>
            <a:ext cx="8458587" cy="1090201"/>
          </a:xfrm>
          <a:prstGeom prst="rect">
            <a:avLst/>
          </a:prstGeom>
        </p:spPr>
      </p:pic>
      <p:pic>
        <p:nvPicPr>
          <p:cNvPr id="20" name="Picture 19">
            <a:extLst>
              <a:ext uri="{FF2B5EF4-FFF2-40B4-BE49-F238E27FC236}">
                <a16:creationId xmlns:a16="http://schemas.microsoft.com/office/drawing/2014/main" id="{7562235D-3592-B27E-4298-EAB9B742B776}"/>
              </a:ext>
            </a:extLst>
          </p:cNvPr>
          <p:cNvPicPr>
            <a:picLocks noChangeAspect="1"/>
          </p:cNvPicPr>
          <p:nvPr userDrawn="1"/>
        </p:nvPicPr>
        <p:blipFill>
          <a:blip r:embed="rId3"/>
          <a:srcRect l="21456" t="64054" r="17391"/>
          <a:stretch>
            <a:fillRect/>
          </a:stretch>
        </p:blipFill>
        <p:spPr>
          <a:xfrm>
            <a:off x="2657475" y="5770987"/>
            <a:ext cx="4120571" cy="287494"/>
          </a:xfrm>
          <a:prstGeom prst="rect">
            <a:avLst/>
          </a:prstGeom>
        </p:spPr>
      </p:pic>
      <p:sp>
        <p:nvSpPr>
          <p:cNvPr id="9" name="Rectangle 8">
            <a:extLst>
              <a:ext uri="{FF2B5EF4-FFF2-40B4-BE49-F238E27FC236}">
                <a16:creationId xmlns:a16="http://schemas.microsoft.com/office/drawing/2014/main" id="{054EEE6A-C6E4-A152-1B90-5323F41D80B0}"/>
              </a:ext>
            </a:extLst>
          </p:cNvPr>
          <p:cNvSpPr/>
          <p:nvPr userDrawn="1"/>
        </p:nvSpPr>
        <p:spPr>
          <a:xfrm rot="21417291">
            <a:off x="2322985" y="3818640"/>
            <a:ext cx="9823266" cy="1983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2908FD1D-6E84-981D-B344-286B78D5AA58}"/>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b="11630"/>
          <a:stretch>
            <a:fillRect/>
          </a:stretch>
        </p:blipFill>
        <p:spPr>
          <a:xfrm rot="21408228">
            <a:off x="-842222" y="1130631"/>
            <a:ext cx="5485683" cy="4856978"/>
          </a:xfrm>
          <a:prstGeom prst="rect">
            <a:avLst/>
          </a:prstGeom>
          <a:effectLst>
            <a:softEdge rad="0"/>
          </a:effectLst>
        </p:spPr>
      </p:pic>
      <p:sp>
        <p:nvSpPr>
          <p:cNvPr id="11" name="Holder 3">
            <a:extLst>
              <a:ext uri="{FF2B5EF4-FFF2-40B4-BE49-F238E27FC236}">
                <a16:creationId xmlns:a16="http://schemas.microsoft.com/office/drawing/2014/main" id="{8FA63A7F-3217-2288-452F-D3FCF999DEC6}"/>
              </a:ext>
            </a:extLst>
          </p:cNvPr>
          <p:cNvSpPr>
            <a:spLocks noGrp="1"/>
          </p:cNvSpPr>
          <p:nvPr>
            <p:ph type="subTitle" idx="4"/>
          </p:nvPr>
        </p:nvSpPr>
        <p:spPr>
          <a:xfrm>
            <a:off x="1524000" y="4084859"/>
            <a:ext cx="9144000" cy="457048"/>
          </a:xfrm>
          <a:prstGeom prst="rect">
            <a:avLst/>
          </a:prstGeom>
          <a:ln>
            <a:noFill/>
          </a:ln>
        </p:spPr>
        <p:txBody>
          <a:bodyPr wrap="square" lIns="0" tIns="0" rIns="0" bIns="0" anchor="ctr">
            <a:spAutoFit/>
          </a:bodyPr>
          <a:lstStyle>
            <a:lvl1pPr algn="ctr">
              <a:buNone/>
              <a:defRPr sz="3300" b="0" i="0">
                <a:solidFill>
                  <a:schemeClr val="tx2"/>
                </a:solidFill>
                <a:latin typeface="+mn-lt"/>
                <a:ea typeface="Bahnschrift" panose="020B0502040204020203" pitchFamily="34" charset="0"/>
                <a:cs typeface="Arial" charset="0"/>
              </a:defRPr>
            </a:lvl1pPr>
          </a:lstStyle>
          <a:p>
            <a:r>
              <a:rPr lang="en-US"/>
              <a:t>Click to edit Master subtitle style</a:t>
            </a:r>
            <a:endParaRPr dirty="0"/>
          </a:p>
        </p:txBody>
      </p:sp>
      <p:sp>
        <p:nvSpPr>
          <p:cNvPr id="14" name="Text Placeholder 23">
            <a:extLst>
              <a:ext uri="{FF2B5EF4-FFF2-40B4-BE49-F238E27FC236}">
                <a16:creationId xmlns:a16="http://schemas.microsoft.com/office/drawing/2014/main" id="{B5728811-BAD7-EDE2-0F78-822178836DC7}"/>
              </a:ext>
            </a:extLst>
          </p:cNvPr>
          <p:cNvSpPr>
            <a:spLocks noGrp="1"/>
          </p:cNvSpPr>
          <p:nvPr>
            <p:ph type="body" sz="quarter" idx="10"/>
          </p:nvPr>
        </p:nvSpPr>
        <p:spPr>
          <a:xfrm>
            <a:off x="2580290" y="4867147"/>
            <a:ext cx="7031421" cy="686695"/>
          </a:xfrm>
        </p:spPr>
        <p:txBody>
          <a:bodyPr anchor="ctr">
            <a:normAutofit/>
          </a:bodyPr>
          <a:lstStyle>
            <a:lvl1pPr algn="ctr">
              <a:buNone/>
              <a:defRPr sz="2000">
                <a:solidFill>
                  <a:schemeClr val="accent2">
                    <a:lumMod val="75000"/>
                  </a:schemeClr>
                </a:solidFill>
                <a:latin typeface="Bahnschrift" panose="020B0502040204020203" pitchFamily="34" charset="0"/>
              </a:defRPr>
            </a:lvl1pPr>
          </a:lstStyle>
          <a:p>
            <a:pPr lvl="0"/>
            <a:r>
              <a:rPr lang="en-US"/>
              <a:t>Click to edit Master text styles</a:t>
            </a:r>
          </a:p>
        </p:txBody>
      </p:sp>
      <p:sp>
        <p:nvSpPr>
          <p:cNvPr id="19" name="Title 42">
            <a:extLst>
              <a:ext uri="{FF2B5EF4-FFF2-40B4-BE49-F238E27FC236}">
                <a16:creationId xmlns:a16="http://schemas.microsoft.com/office/drawing/2014/main" id="{65249093-A560-0C05-828F-9B8248E53E2C}"/>
              </a:ext>
            </a:extLst>
          </p:cNvPr>
          <p:cNvSpPr>
            <a:spLocks noGrp="1"/>
          </p:cNvSpPr>
          <p:nvPr>
            <p:ph type="title" hasCustomPrompt="1"/>
          </p:nvPr>
        </p:nvSpPr>
        <p:spPr>
          <a:xfrm>
            <a:off x="828544" y="2438135"/>
            <a:ext cx="10515600" cy="1325563"/>
          </a:xfrm>
        </p:spPr>
        <p:txBody>
          <a:bodyPr/>
          <a:lstStyle>
            <a:lvl1pPr algn="ctr">
              <a:defRPr sz="5000" b="1">
                <a:solidFill>
                  <a:schemeClr val="tx2"/>
                </a:solidFill>
                <a:latin typeface="Text Me One" pitchFamily="2" charset="0"/>
              </a:defRPr>
            </a:lvl1pPr>
          </a:lstStyle>
          <a:p>
            <a:r>
              <a:rPr lang="en-US" dirty="0"/>
              <a:t>CLICK TO EDIT MASTER TITLE STYLE</a:t>
            </a:r>
          </a:p>
        </p:txBody>
      </p:sp>
      <p:pic>
        <p:nvPicPr>
          <p:cNvPr id="23" name="Picture 22">
            <a:extLst>
              <a:ext uri="{FF2B5EF4-FFF2-40B4-BE49-F238E27FC236}">
                <a16:creationId xmlns:a16="http://schemas.microsoft.com/office/drawing/2014/main" id="{388D5A43-18D8-A9F1-6F5E-147A7C2DA6B1}"/>
              </a:ext>
            </a:extLst>
          </p:cNvPr>
          <p:cNvPicPr>
            <a:picLocks noChangeAspect="1"/>
          </p:cNvPicPr>
          <p:nvPr userDrawn="1"/>
        </p:nvPicPr>
        <p:blipFill>
          <a:blip r:embed="rId6"/>
          <a:srcRect l="4864" t="16748" r="77379" b="51965"/>
          <a:stretch>
            <a:fillRect/>
          </a:stretch>
        </p:blipFill>
        <p:spPr>
          <a:xfrm>
            <a:off x="2800457" y="6075941"/>
            <a:ext cx="1105314" cy="474903"/>
          </a:xfrm>
          <a:prstGeom prst="rect">
            <a:avLst/>
          </a:prstGeom>
        </p:spPr>
      </p:pic>
      <p:pic>
        <p:nvPicPr>
          <p:cNvPr id="28" name="Picture 27">
            <a:extLst>
              <a:ext uri="{FF2B5EF4-FFF2-40B4-BE49-F238E27FC236}">
                <a16:creationId xmlns:a16="http://schemas.microsoft.com/office/drawing/2014/main" id="{2893C971-8BFD-8F5A-2912-9897D729FC77}"/>
              </a:ext>
            </a:extLst>
          </p:cNvPr>
          <p:cNvPicPr>
            <a:picLocks noChangeAspect="1"/>
          </p:cNvPicPr>
          <p:nvPr userDrawn="1"/>
        </p:nvPicPr>
        <p:blipFill>
          <a:blip r:embed="rId7"/>
          <a:srcRect t="19478"/>
          <a:stretch>
            <a:fillRect/>
          </a:stretch>
        </p:blipFill>
        <p:spPr>
          <a:xfrm>
            <a:off x="10975856" y="5681273"/>
            <a:ext cx="1216144" cy="645163"/>
          </a:xfrm>
          <a:prstGeom prst="rect">
            <a:avLst/>
          </a:prstGeom>
        </p:spPr>
      </p:pic>
      <p:pic>
        <p:nvPicPr>
          <p:cNvPr id="30" name="Picture 29">
            <a:extLst>
              <a:ext uri="{FF2B5EF4-FFF2-40B4-BE49-F238E27FC236}">
                <a16:creationId xmlns:a16="http://schemas.microsoft.com/office/drawing/2014/main" id="{491126BC-8E4E-AEDF-D09C-FE043D1A8608}"/>
              </a:ext>
            </a:extLst>
          </p:cNvPr>
          <p:cNvPicPr>
            <a:picLocks noChangeAspect="1"/>
          </p:cNvPicPr>
          <p:nvPr userDrawn="1"/>
        </p:nvPicPr>
        <p:blipFill>
          <a:blip r:embed="rId8"/>
          <a:srcRect l="23407" t="28145"/>
          <a:stretch>
            <a:fillRect/>
          </a:stretch>
        </p:blipFill>
        <p:spPr>
          <a:xfrm>
            <a:off x="828544" y="6014585"/>
            <a:ext cx="248082" cy="287495"/>
          </a:xfrm>
          <a:prstGeom prst="rect">
            <a:avLst/>
          </a:prstGeom>
        </p:spPr>
      </p:pic>
      <p:pic>
        <p:nvPicPr>
          <p:cNvPr id="32" name="Picture 31">
            <a:extLst>
              <a:ext uri="{FF2B5EF4-FFF2-40B4-BE49-F238E27FC236}">
                <a16:creationId xmlns:a16="http://schemas.microsoft.com/office/drawing/2014/main" id="{BFB46271-354B-D9F0-C43F-237A0BEF9F00}"/>
              </a:ext>
            </a:extLst>
          </p:cNvPr>
          <p:cNvPicPr>
            <a:picLocks noChangeAspect="1"/>
          </p:cNvPicPr>
          <p:nvPr userDrawn="1"/>
        </p:nvPicPr>
        <p:blipFill>
          <a:blip r:embed="rId8"/>
          <a:stretch>
            <a:fillRect/>
          </a:stretch>
        </p:blipFill>
        <p:spPr>
          <a:xfrm>
            <a:off x="5354462" y="5995022"/>
            <a:ext cx="477574" cy="589945"/>
          </a:xfrm>
          <a:prstGeom prst="rect">
            <a:avLst/>
          </a:prstGeom>
        </p:spPr>
      </p:pic>
      <p:pic>
        <p:nvPicPr>
          <p:cNvPr id="34" name="Picture 33">
            <a:extLst>
              <a:ext uri="{FF2B5EF4-FFF2-40B4-BE49-F238E27FC236}">
                <a16:creationId xmlns:a16="http://schemas.microsoft.com/office/drawing/2014/main" id="{E53B015C-48F2-F48F-8B4E-E17E1DC5A78A}"/>
              </a:ext>
            </a:extLst>
          </p:cNvPr>
          <p:cNvPicPr>
            <a:picLocks noChangeAspect="1"/>
          </p:cNvPicPr>
          <p:nvPr userDrawn="1"/>
        </p:nvPicPr>
        <p:blipFill>
          <a:blip r:embed="rId9"/>
          <a:stretch>
            <a:fillRect/>
          </a:stretch>
        </p:blipFill>
        <p:spPr>
          <a:xfrm>
            <a:off x="10299486" y="6275198"/>
            <a:ext cx="676369" cy="409632"/>
          </a:xfrm>
          <a:prstGeom prst="rect">
            <a:avLst/>
          </a:prstGeom>
        </p:spPr>
      </p:pic>
      <p:pic>
        <p:nvPicPr>
          <p:cNvPr id="36" name="Picture 35">
            <a:extLst>
              <a:ext uri="{FF2B5EF4-FFF2-40B4-BE49-F238E27FC236}">
                <a16:creationId xmlns:a16="http://schemas.microsoft.com/office/drawing/2014/main" id="{6786BABE-62AB-0560-4106-EF69AC885F9C}"/>
              </a:ext>
            </a:extLst>
          </p:cNvPr>
          <p:cNvPicPr>
            <a:picLocks noChangeAspect="1"/>
          </p:cNvPicPr>
          <p:nvPr userDrawn="1"/>
        </p:nvPicPr>
        <p:blipFill>
          <a:blip r:embed="rId10"/>
          <a:stretch>
            <a:fillRect/>
          </a:stretch>
        </p:blipFill>
        <p:spPr>
          <a:xfrm>
            <a:off x="9216260" y="5872601"/>
            <a:ext cx="517545" cy="743141"/>
          </a:xfrm>
          <a:prstGeom prst="rect">
            <a:avLst/>
          </a:prstGeom>
        </p:spPr>
      </p:pic>
      <p:pic>
        <p:nvPicPr>
          <p:cNvPr id="38" name="Picture 37">
            <a:extLst>
              <a:ext uri="{FF2B5EF4-FFF2-40B4-BE49-F238E27FC236}">
                <a16:creationId xmlns:a16="http://schemas.microsoft.com/office/drawing/2014/main" id="{7F180099-B636-5463-532F-5A22785CECA6}"/>
              </a:ext>
            </a:extLst>
          </p:cNvPr>
          <p:cNvPicPr>
            <a:picLocks noChangeAspect="1"/>
          </p:cNvPicPr>
          <p:nvPr userDrawn="1"/>
        </p:nvPicPr>
        <p:blipFill>
          <a:blip r:embed="rId11"/>
          <a:srcRect t="24241"/>
          <a:stretch>
            <a:fillRect/>
          </a:stretch>
        </p:blipFill>
        <p:spPr>
          <a:xfrm>
            <a:off x="7305773" y="5729495"/>
            <a:ext cx="957103" cy="531053"/>
          </a:xfrm>
          <a:prstGeom prst="rect">
            <a:avLst/>
          </a:prstGeom>
        </p:spPr>
      </p:pic>
      <p:pic>
        <p:nvPicPr>
          <p:cNvPr id="40" name="Picture 39">
            <a:extLst>
              <a:ext uri="{FF2B5EF4-FFF2-40B4-BE49-F238E27FC236}">
                <a16:creationId xmlns:a16="http://schemas.microsoft.com/office/drawing/2014/main" id="{C1914764-E001-08FA-E2C5-62C087CC8FED}"/>
              </a:ext>
            </a:extLst>
          </p:cNvPr>
          <p:cNvPicPr>
            <a:picLocks noChangeAspect="1"/>
          </p:cNvPicPr>
          <p:nvPr userDrawn="1"/>
        </p:nvPicPr>
        <p:blipFill>
          <a:blip r:embed="rId12"/>
          <a:stretch>
            <a:fillRect/>
          </a:stretch>
        </p:blipFill>
        <p:spPr>
          <a:xfrm rot="12077710">
            <a:off x="8417340" y="6368186"/>
            <a:ext cx="515835" cy="453310"/>
          </a:xfrm>
          <a:prstGeom prst="rect">
            <a:avLst/>
          </a:prstGeom>
        </p:spPr>
      </p:pic>
      <p:pic>
        <p:nvPicPr>
          <p:cNvPr id="42" name="Picture 41">
            <a:extLst>
              <a:ext uri="{FF2B5EF4-FFF2-40B4-BE49-F238E27FC236}">
                <a16:creationId xmlns:a16="http://schemas.microsoft.com/office/drawing/2014/main" id="{8726D3FF-1307-9C3E-CBAA-205686C19AC5}"/>
              </a:ext>
            </a:extLst>
          </p:cNvPr>
          <p:cNvPicPr>
            <a:picLocks noChangeAspect="1"/>
          </p:cNvPicPr>
          <p:nvPr userDrawn="1"/>
        </p:nvPicPr>
        <p:blipFill>
          <a:blip r:embed="rId13"/>
          <a:stretch>
            <a:fillRect/>
          </a:stretch>
        </p:blipFill>
        <p:spPr>
          <a:xfrm rot="20104791">
            <a:off x="6939109" y="6415056"/>
            <a:ext cx="342948" cy="466790"/>
          </a:xfrm>
          <a:prstGeom prst="rect">
            <a:avLst/>
          </a:prstGeom>
        </p:spPr>
      </p:pic>
      <p:pic>
        <p:nvPicPr>
          <p:cNvPr id="48" name="Picture 47">
            <a:extLst>
              <a:ext uri="{FF2B5EF4-FFF2-40B4-BE49-F238E27FC236}">
                <a16:creationId xmlns:a16="http://schemas.microsoft.com/office/drawing/2014/main" id="{AD057DB6-D21D-71FF-3D4C-9868A0DA9DD5}"/>
              </a:ext>
            </a:extLst>
          </p:cNvPr>
          <p:cNvPicPr>
            <a:picLocks noChangeAspect="1"/>
          </p:cNvPicPr>
          <p:nvPr userDrawn="1"/>
        </p:nvPicPr>
        <p:blipFill>
          <a:blip r:embed="rId14">
            <a:alphaModFix amt="69000"/>
          </a:blip>
          <a:stretch>
            <a:fillRect/>
          </a:stretch>
        </p:blipFill>
        <p:spPr>
          <a:xfrm rot="21399994">
            <a:off x="10322219" y="3545618"/>
            <a:ext cx="2123641" cy="1617007"/>
          </a:xfrm>
          <a:prstGeom prst="rect">
            <a:avLst/>
          </a:prstGeom>
        </p:spPr>
      </p:pic>
      <p:cxnSp>
        <p:nvCxnSpPr>
          <p:cNvPr id="18" name="Straight Connector 17">
            <a:extLst>
              <a:ext uri="{FF2B5EF4-FFF2-40B4-BE49-F238E27FC236}">
                <a16:creationId xmlns:a16="http://schemas.microsoft.com/office/drawing/2014/main" id="{B07C398C-D17A-4704-FC83-8A97D3BAA141}"/>
              </a:ext>
            </a:extLst>
          </p:cNvPr>
          <p:cNvCxnSpPr>
            <a:cxnSpLocks/>
          </p:cNvCxnSpPr>
          <p:nvPr userDrawn="1"/>
        </p:nvCxnSpPr>
        <p:spPr>
          <a:xfrm flipV="1">
            <a:off x="-6645" y="5570975"/>
            <a:ext cx="12278435" cy="531053"/>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959CD51F-18C5-450B-BF53-575F3099C6FB}"/>
              </a:ext>
            </a:extLst>
          </p:cNvPr>
          <p:cNvPicPr>
            <a:picLocks noChangeAspect="1"/>
          </p:cNvPicPr>
          <p:nvPr userDrawn="1"/>
        </p:nvPicPr>
        <p:blipFill>
          <a:blip r:embed="rId14">
            <a:alphaModFix amt="69000"/>
          </a:blip>
          <a:stretch>
            <a:fillRect/>
          </a:stretch>
        </p:blipFill>
        <p:spPr>
          <a:xfrm rot="21426855">
            <a:off x="-733620" y="2340375"/>
            <a:ext cx="2123641" cy="1617007"/>
          </a:xfrm>
          <a:prstGeom prst="rect">
            <a:avLst/>
          </a:prstGeom>
        </p:spPr>
      </p:pic>
      <p:sp>
        <p:nvSpPr>
          <p:cNvPr id="12" name="Rectangle 11">
            <a:extLst>
              <a:ext uri="{FF2B5EF4-FFF2-40B4-BE49-F238E27FC236}">
                <a16:creationId xmlns:a16="http://schemas.microsoft.com/office/drawing/2014/main" id="{385A0640-87F0-31FC-4CC8-4440071D89E0}"/>
              </a:ext>
            </a:extLst>
          </p:cNvPr>
          <p:cNvSpPr/>
          <p:nvPr userDrawn="1"/>
        </p:nvSpPr>
        <p:spPr>
          <a:xfrm rot="21448443">
            <a:off x="-72497" y="-400007"/>
            <a:ext cx="12286865" cy="24789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 name="Picture 60">
            <a:extLst>
              <a:ext uri="{FF2B5EF4-FFF2-40B4-BE49-F238E27FC236}">
                <a16:creationId xmlns:a16="http://schemas.microsoft.com/office/drawing/2014/main" id="{B0A04AD3-D133-2F98-8BF5-829D1691D5FF}"/>
              </a:ext>
            </a:extLst>
          </p:cNvPr>
          <p:cNvPicPr>
            <a:picLocks noChangeAspect="1"/>
          </p:cNvPicPr>
          <p:nvPr userDrawn="1"/>
        </p:nvPicPr>
        <p:blipFill>
          <a:blip r:embed="rId4">
            <a:alphaModFix amt="2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1" b="79480"/>
          <a:stretch>
            <a:fillRect/>
          </a:stretch>
        </p:blipFill>
        <p:spPr>
          <a:xfrm rot="21408228">
            <a:off x="-949281" y="1162572"/>
            <a:ext cx="5485683" cy="1127760"/>
          </a:xfrm>
          <a:prstGeom prst="rect">
            <a:avLst/>
          </a:prstGeom>
          <a:effectLst>
            <a:softEdge rad="0"/>
          </a:effectLst>
        </p:spPr>
      </p:pic>
      <p:pic>
        <p:nvPicPr>
          <p:cNvPr id="62" name="Picture 61">
            <a:extLst>
              <a:ext uri="{FF2B5EF4-FFF2-40B4-BE49-F238E27FC236}">
                <a16:creationId xmlns:a16="http://schemas.microsoft.com/office/drawing/2014/main" id="{FE78F02A-2690-E709-7190-54BD4AF34994}"/>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55117" r="46272" b="11630"/>
          <a:stretch>
            <a:fillRect/>
          </a:stretch>
        </p:blipFill>
        <p:spPr>
          <a:xfrm rot="21382046">
            <a:off x="9391938" y="1860924"/>
            <a:ext cx="2947358" cy="1827694"/>
          </a:xfrm>
          <a:prstGeom prst="rect">
            <a:avLst/>
          </a:prstGeom>
          <a:effectLst>
            <a:softEdge rad="0"/>
          </a:effectLst>
        </p:spPr>
      </p:pic>
      <p:cxnSp>
        <p:nvCxnSpPr>
          <p:cNvPr id="13" name="Straight Connector 12">
            <a:extLst>
              <a:ext uri="{FF2B5EF4-FFF2-40B4-BE49-F238E27FC236}">
                <a16:creationId xmlns:a16="http://schemas.microsoft.com/office/drawing/2014/main" id="{D736ABF1-4104-4493-5E03-678B80EDF52A}"/>
              </a:ext>
            </a:extLst>
          </p:cNvPr>
          <p:cNvCxnSpPr>
            <a:cxnSpLocks/>
          </p:cNvCxnSpPr>
          <p:nvPr userDrawn="1"/>
        </p:nvCxnSpPr>
        <p:spPr>
          <a:xfrm flipV="1">
            <a:off x="-96090" y="1812859"/>
            <a:ext cx="12399178" cy="521290"/>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D79E7D8B-FED9-BE69-9E15-79A00AB56FDB}"/>
              </a:ext>
            </a:extLst>
          </p:cNvPr>
          <p:cNvPicPr>
            <a:picLocks noChangeAspect="1"/>
          </p:cNvPicPr>
          <p:nvPr userDrawn="1"/>
        </p:nvPicPr>
        <p:blipFill>
          <a:blip r:embed="rId15">
            <a:duotone>
              <a:schemeClr val="accent2">
                <a:shade val="45000"/>
                <a:satMod val="135000"/>
              </a:schemeClr>
              <a:prstClr val="white"/>
            </a:duotone>
          </a:blip>
          <a:stretch>
            <a:fillRect/>
          </a:stretch>
        </p:blipFill>
        <p:spPr>
          <a:xfrm>
            <a:off x="4603638" y="889865"/>
            <a:ext cx="2934594" cy="764474"/>
          </a:xfrm>
          <a:prstGeom prst="rect">
            <a:avLst/>
          </a:prstGeom>
        </p:spPr>
      </p:pic>
      <p:pic>
        <p:nvPicPr>
          <p:cNvPr id="1025" name="Picture 1024">
            <a:extLst>
              <a:ext uri="{FF2B5EF4-FFF2-40B4-BE49-F238E27FC236}">
                <a16:creationId xmlns:a16="http://schemas.microsoft.com/office/drawing/2014/main" id="{D94884FC-EC7A-27EA-A3A1-1B9EF6AA03D5}"/>
              </a:ext>
            </a:extLst>
          </p:cNvPr>
          <p:cNvPicPr>
            <a:picLocks noChangeAspect="1"/>
          </p:cNvPicPr>
          <p:nvPr userDrawn="1"/>
        </p:nvPicPr>
        <p:blipFill>
          <a:blip r:embed="rId16">
            <a:alphaModFix amt="86000"/>
          </a:blip>
          <a:stretch>
            <a:fillRect/>
          </a:stretch>
        </p:blipFill>
        <p:spPr>
          <a:xfrm>
            <a:off x="5886976" y="508585"/>
            <a:ext cx="494774" cy="494774"/>
          </a:xfrm>
          <a:prstGeom prst="rect">
            <a:avLst/>
          </a:prstGeom>
        </p:spPr>
      </p:pic>
    </p:spTree>
    <p:extLst>
      <p:ext uri="{BB962C8B-B14F-4D97-AF65-F5344CB8AC3E}">
        <p14:creationId xmlns:p14="http://schemas.microsoft.com/office/powerpoint/2010/main" val="207617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C9F4A-E4AA-AFA8-A6E0-722E3426EB6F}"/>
              </a:ext>
            </a:extLst>
          </p:cNvPr>
          <p:cNvSpPr>
            <a:spLocks noGrp="1"/>
          </p:cNvSpPr>
          <p:nvPr>
            <p:ph idx="1"/>
          </p:nvPr>
        </p:nvSpPr>
        <p:spPr>
          <a:xfrm>
            <a:off x="1397000" y="1384300"/>
            <a:ext cx="9956800" cy="4792663"/>
          </a:xfrm>
        </p:spPr>
        <p:txBody>
          <a:bodyPr/>
          <a:lstStyle>
            <a:lvl1pPr>
              <a:spcAft>
                <a:spcPts val="1800"/>
              </a:spcAft>
              <a:defRPr>
                <a:solidFill>
                  <a:schemeClr val="bg2">
                    <a:lumMod val="25000"/>
                  </a:schemeClr>
                </a:solidFill>
                <a:latin typeface="Avenir"/>
              </a:defRPr>
            </a:lvl1pPr>
            <a:lvl2pPr>
              <a:spcAft>
                <a:spcPts val="1800"/>
              </a:spcAft>
              <a:defRPr>
                <a:solidFill>
                  <a:schemeClr val="bg2">
                    <a:lumMod val="25000"/>
                  </a:schemeClr>
                </a:solidFill>
                <a:latin typeface="Avenir"/>
              </a:defRPr>
            </a:lvl2pPr>
            <a:lvl3pPr>
              <a:spcAft>
                <a:spcPts val="1200"/>
              </a:spcAft>
              <a:defRPr>
                <a:solidFill>
                  <a:schemeClr val="bg2">
                    <a:lumMod val="25000"/>
                  </a:schemeClr>
                </a:solidFill>
                <a:latin typeface="Avenir"/>
              </a:defRPr>
            </a:lvl3pPr>
            <a:lvl4pPr>
              <a:spcAft>
                <a:spcPts val="600"/>
              </a:spcAft>
              <a:defRPr>
                <a:solidFill>
                  <a:schemeClr val="bg2">
                    <a:lumMod val="25000"/>
                  </a:schemeClr>
                </a:solidFill>
                <a:latin typeface="Avenir"/>
              </a:defRPr>
            </a:lvl4pPr>
            <a:lvl5pPr>
              <a:spcAft>
                <a:spcPts val="300"/>
              </a:spcAft>
              <a:defRPr>
                <a:solidFill>
                  <a:schemeClr val="bg2">
                    <a:lumMod val="25000"/>
                  </a:schemeClr>
                </a:solidFill>
                <a:latin typeface="Aveni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E7573E01-F548-B945-781C-BDDFB6E1CE94}"/>
              </a:ext>
            </a:extLst>
          </p:cNvPr>
          <p:cNvSpPr>
            <a:spLocks noGrp="1"/>
          </p:cNvSpPr>
          <p:nvPr>
            <p:ph type="title"/>
          </p:nvPr>
        </p:nvSpPr>
        <p:spPr>
          <a:xfrm>
            <a:off x="1270000" y="365126"/>
            <a:ext cx="10083800" cy="768350"/>
          </a:xfrm>
        </p:spPr>
        <p:txBody>
          <a:bodyPr/>
          <a:lstStyle/>
          <a:p>
            <a:r>
              <a:rPr lang="en-US" dirty="0"/>
              <a:t>Click to edit Master title style</a:t>
            </a:r>
          </a:p>
        </p:txBody>
      </p:sp>
    </p:spTree>
    <p:extLst>
      <p:ext uri="{BB962C8B-B14F-4D97-AF65-F5344CB8AC3E}">
        <p14:creationId xmlns:p14="http://schemas.microsoft.com/office/powerpoint/2010/main" val="4051857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351004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48417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60F1-50B1-D5E8-9069-BBC4AB3175B1}"/>
              </a:ext>
            </a:extLst>
          </p:cNvPr>
          <p:cNvSpPr>
            <a:spLocks noGrp="1"/>
          </p:cNvSpPr>
          <p:nvPr>
            <p:ph type="title"/>
          </p:nvPr>
        </p:nvSpPr>
        <p:spPr>
          <a:xfrm>
            <a:off x="838200" y="365126"/>
            <a:ext cx="10515600" cy="76835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6A16D44-9053-488D-C196-3EEF4F8E7D73}"/>
              </a:ext>
            </a:extLst>
          </p:cNvPr>
          <p:cNvSpPr>
            <a:spLocks noGrp="1"/>
          </p:cNvSpPr>
          <p:nvPr>
            <p:ph sz="half" idx="1"/>
          </p:nvPr>
        </p:nvSpPr>
        <p:spPr>
          <a:xfrm>
            <a:off x="838200" y="1312863"/>
            <a:ext cx="5181600" cy="486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138D4C6-FE86-E6F4-D966-08345F9E47B4}"/>
              </a:ext>
            </a:extLst>
          </p:cNvPr>
          <p:cNvSpPr>
            <a:spLocks noGrp="1"/>
          </p:cNvSpPr>
          <p:nvPr>
            <p:ph sz="half" idx="2"/>
          </p:nvPr>
        </p:nvSpPr>
        <p:spPr>
          <a:xfrm>
            <a:off x="6172200" y="1312863"/>
            <a:ext cx="5181600"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507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500623-B814-AA29-1478-860D146CAE14}"/>
              </a:ext>
            </a:extLst>
          </p:cNvPr>
          <p:cNvSpPr>
            <a:spLocks noGrp="1"/>
          </p:cNvSpPr>
          <p:nvPr>
            <p:ph type="body" idx="1"/>
          </p:nvPr>
        </p:nvSpPr>
        <p:spPr>
          <a:xfrm>
            <a:off x="839788" y="1209675"/>
            <a:ext cx="5157787"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FE7B30-4700-CE3D-CF95-DF3D2FB9F6DC}"/>
              </a:ext>
            </a:extLst>
          </p:cNvPr>
          <p:cNvSpPr>
            <a:spLocks noGrp="1"/>
          </p:cNvSpPr>
          <p:nvPr>
            <p:ph sz="half" idx="2"/>
          </p:nvPr>
        </p:nvSpPr>
        <p:spPr>
          <a:xfrm>
            <a:off x="839788" y="2266949"/>
            <a:ext cx="5157787"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97EB1C-E741-5458-B88B-1B4EA577B79B}"/>
              </a:ext>
            </a:extLst>
          </p:cNvPr>
          <p:cNvSpPr>
            <a:spLocks noGrp="1"/>
          </p:cNvSpPr>
          <p:nvPr>
            <p:ph type="body" sz="quarter" idx="3"/>
          </p:nvPr>
        </p:nvSpPr>
        <p:spPr>
          <a:xfrm>
            <a:off x="6172200" y="1209675"/>
            <a:ext cx="5183188"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4958A-139C-712C-756C-7D57D85373A2}"/>
              </a:ext>
            </a:extLst>
          </p:cNvPr>
          <p:cNvSpPr>
            <a:spLocks noGrp="1"/>
          </p:cNvSpPr>
          <p:nvPr>
            <p:ph sz="quarter" idx="4"/>
          </p:nvPr>
        </p:nvSpPr>
        <p:spPr>
          <a:xfrm>
            <a:off x="6172200" y="2266949"/>
            <a:ext cx="5183188"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a:extLst>
              <a:ext uri="{FF2B5EF4-FFF2-40B4-BE49-F238E27FC236}">
                <a16:creationId xmlns:a16="http://schemas.microsoft.com/office/drawing/2014/main" id="{C18B09D6-A041-338A-CB2B-40754AEEF59A}"/>
              </a:ext>
            </a:extLst>
          </p:cNvPr>
          <p:cNvSpPr>
            <a:spLocks noGrp="1"/>
          </p:cNvSpPr>
          <p:nvPr>
            <p:ph type="title"/>
          </p:nvPr>
        </p:nvSpPr>
        <p:spPr>
          <a:xfrm>
            <a:off x="838200" y="365126"/>
            <a:ext cx="10515600" cy="768350"/>
          </a:xfrm>
        </p:spPr>
        <p:txBody>
          <a:bodyPr/>
          <a:lstStyle/>
          <a:p>
            <a:r>
              <a:rPr lang="en-US" dirty="0"/>
              <a:t>Click to edit Master title style</a:t>
            </a:r>
          </a:p>
        </p:txBody>
      </p:sp>
    </p:spTree>
    <p:extLst>
      <p:ext uri="{BB962C8B-B14F-4D97-AF65-F5344CB8AC3E}">
        <p14:creationId xmlns:p14="http://schemas.microsoft.com/office/powerpoint/2010/main" val="238130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6407EC-06E4-D8F0-F6D7-BE094DC079AF}"/>
              </a:ext>
            </a:extLst>
          </p:cNvPr>
          <p:cNvSpPr>
            <a:spLocks noGrp="1"/>
          </p:cNvSpPr>
          <p:nvPr>
            <p:ph type="title"/>
          </p:nvPr>
        </p:nvSpPr>
        <p:spPr>
          <a:xfrm>
            <a:off x="838200" y="365126"/>
            <a:ext cx="10515600" cy="768350"/>
          </a:xfrm>
        </p:spPr>
        <p:txBody>
          <a:bodyPr/>
          <a:lstStyle/>
          <a:p>
            <a:r>
              <a:rPr lang="en-US"/>
              <a:t>Click to edit Master title style</a:t>
            </a:r>
          </a:p>
        </p:txBody>
      </p:sp>
    </p:spTree>
    <p:extLst>
      <p:ext uri="{BB962C8B-B14F-4D97-AF65-F5344CB8AC3E}">
        <p14:creationId xmlns:p14="http://schemas.microsoft.com/office/powerpoint/2010/main" val="200160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247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D43A-720E-736E-D62A-EA38D20AC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BC827-315B-E749-A310-2EF340616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7FF770-77DF-FE4D-8554-E3ABB3646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2410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A9F3-F346-BB20-1B1E-E53DB1EE7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225A3-D646-8708-CE66-B452140318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5489DE-7F13-FF58-5E20-11F941632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12521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D799-F14C-682F-BA8C-38570FF5A8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9CB458-665C-F4E6-D069-76EBF80DC0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CC8D2-B2D9-D372-1854-D78AECAED39A}"/>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3/31/2026</a:t>
            </a:fld>
            <a:endParaRPr lang="en-US"/>
          </a:p>
        </p:txBody>
      </p:sp>
      <p:sp>
        <p:nvSpPr>
          <p:cNvPr id="5" name="Footer Placeholder 4">
            <a:extLst>
              <a:ext uri="{FF2B5EF4-FFF2-40B4-BE49-F238E27FC236}">
                <a16:creationId xmlns:a16="http://schemas.microsoft.com/office/drawing/2014/main" id="{C3FB4B92-87EF-8CDC-D841-12872C10CF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42073D2-A493-19CF-574F-F7D2C4B3F8C6}"/>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1948220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890EC-AD11-A012-0E00-40B281369E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DAAACC-DDC8-5DE8-B758-0B8ACEF987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8E7EF-D1CD-652C-325E-0928FC0F3493}"/>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3/31/2026</a:t>
            </a:fld>
            <a:endParaRPr lang="en-US"/>
          </a:p>
        </p:txBody>
      </p:sp>
      <p:sp>
        <p:nvSpPr>
          <p:cNvPr id="5" name="Footer Placeholder 4">
            <a:extLst>
              <a:ext uri="{FF2B5EF4-FFF2-40B4-BE49-F238E27FC236}">
                <a16:creationId xmlns:a16="http://schemas.microsoft.com/office/drawing/2014/main" id="{3F53CDAF-E4AF-C9EB-4CDB-2246556E54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DD008F7-5E17-873A-40FD-ACDE0C3C2C9F}"/>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3413164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C5BED7-9B4D-FAE0-C708-F335944633E7}"/>
              </a:ext>
            </a:extLst>
          </p:cNvPr>
          <p:cNvSpPr>
            <a:spLocks noGrp="1"/>
          </p:cNvSpPr>
          <p:nvPr>
            <p:ph type="title"/>
          </p:nvPr>
        </p:nvSpPr>
        <p:spPr>
          <a:xfrm>
            <a:off x="838200" y="365125"/>
            <a:ext cx="10515600" cy="8156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A36A39-B7FB-7B10-14CB-F05DF64ECC0B}"/>
              </a:ext>
            </a:extLst>
          </p:cNvPr>
          <p:cNvSpPr>
            <a:spLocks noGrp="1"/>
          </p:cNvSpPr>
          <p:nvPr>
            <p:ph type="body" idx="1"/>
          </p:nvPr>
        </p:nvSpPr>
        <p:spPr>
          <a:xfrm>
            <a:off x="838200" y="1358283"/>
            <a:ext cx="10515600" cy="4818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7867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100" b="1" kern="1200">
          <a:solidFill>
            <a:schemeClr val="tx2"/>
          </a:solidFill>
          <a:latin typeface="Text Me On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8.svg"/><Relationship Id="rId4" Type="http://schemas.openxmlformats.org/officeDocument/2006/relationships/image" Target="../media/image27.sv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google.com/url?q=https%3A%2F%2Fwww.reddit.com%2Fuser%2FCoolonair%2F&amp;sa=D&amp;sntz=1&amp;usg=AOvVaw1q4X4AxxSbilxliT3ymM5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empower.com/the-currency/money/mortgage-survey-research"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hyperlink" Target="https://finance.yahoo.com/news/empower-survey-finds-employers-ready-120000772.html" TargetMode="External"/><Relationship Id="rId4" Type="http://schemas.openxmlformats.org/officeDocument/2006/relationships/hyperlink" Target="https://www.nytimes.com/2024/04/15/upshot/mortgage-rates-homes-stuck.html"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26.svg"/><Relationship Id="rId7" Type="http://schemas.openxmlformats.org/officeDocument/2006/relationships/diagramLayout" Target="../diagrams/layout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Data" Target="../diagrams/data2.xml"/><Relationship Id="rId5" Type="http://schemas.openxmlformats.org/officeDocument/2006/relationships/image" Target="../media/image28.svg"/><Relationship Id="rId10" Type="http://schemas.microsoft.com/office/2007/relationships/diagramDrawing" Target="../diagrams/drawing2.xml"/><Relationship Id="rId4" Type="http://schemas.openxmlformats.org/officeDocument/2006/relationships/image" Target="../media/image27.svg"/><Relationship Id="rId9" Type="http://schemas.openxmlformats.org/officeDocument/2006/relationships/diagramColors" Target="../diagrams/colors2.xml"/></Relationships>
</file>

<file path=ppt/slides/_rels/slide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www.kaggle.com/datasets/abdulszz/spotify-most-streamed-songs?resource=download"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4.svg"/><Relationship Id="rId7" Type="http://schemas.openxmlformats.org/officeDocument/2006/relationships/diagramQuickStyle" Target="../diagrams/quickStyle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39.svg"/><Relationship Id="rId4" Type="http://schemas.openxmlformats.org/officeDocument/2006/relationships/image" Target="../media/image33.svg"/><Relationship Id="rId9" Type="http://schemas.microsoft.com/office/2007/relationships/diagramDrawing" Target="../diagrams/drawing3.xml"/></Relationships>
</file>

<file path=ppt/slides/_rels/slide1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hyperlink" Target="https://chromewebstore.google.com/detail/wave-evaluation-tool/jbbplnpkjmmeebjpijfedlgcdilocofh?hl=en-US&amp;utm_source=ext_sidebar" TargetMode="External"/><Relationship Id="rId1" Type="http://schemas.openxmlformats.org/officeDocument/2006/relationships/slideLayout" Target="../slideLayouts/slideLayout3.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ebaim.org/resources/contrastcheck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slideLayout" Target="../slideLayouts/slideLayout8.xml"/><Relationship Id="rId5" Type="http://schemas.openxmlformats.org/officeDocument/2006/relationships/image" Target="../media/image50.svg"/><Relationship Id="rId4" Type="http://schemas.openxmlformats.org/officeDocument/2006/relationships/image" Target="../media/image49.svg"/></Relationships>
</file>

<file path=ppt/slides/_rels/slide21.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41.svg"/><Relationship Id="rId7" Type="http://schemas.openxmlformats.org/officeDocument/2006/relationships/diagramLayout" Target="../diagrams/layout4.xml"/><Relationship Id="rId2" Type="http://schemas.openxmlformats.org/officeDocument/2006/relationships/image" Target="../media/image40.svg"/><Relationship Id="rId1" Type="http://schemas.openxmlformats.org/officeDocument/2006/relationships/slideLayout" Target="../slideLayouts/slideLayout3.xml"/><Relationship Id="rId6" Type="http://schemas.openxmlformats.org/officeDocument/2006/relationships/diagramData" Target="../diagrams/data4.xml"/><Relationship Id="rId5" Type="http://schemas.openxmlformats.org/officeDocument/2006/relationships/image" Target="../media/image43.svg"/><Relationship Id="rId10" Type="http://schemas.microsoft.com/office/2007/relationships/diagramDrawing" Target="../diagrams/drawing4.xml"/><Relationship Id="rId4" Type="http://schemas.openxmlformats.org/officeDocument/2006/relationships/image" Target="../media/image42.svg"/><Relationship Id="rId9" Type="http://schemas.openxmlformats.org/officeDocument/2006/relationships/diagramColors" Target="../diagrams/colors4.xml"/></Relationships>
</file>

<file path=ppt/slides/_rels/slide22.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53.svg"/><Relationship Id="rId7" Type="http://schemas.openxmlformats.org/officeDocument/2006/relationships/diagramLayout" Target="../diagrams/layout5.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Data" Target="../diagrams/data5.xml"/><Relationship Id="rId11" Type="http://schemas.openxmlformats.org/officeDocument/2006/relationships/image" Target="../media/image51.svg"/><Relationship Id="rId5" Type="http://schemas.openxmlformats.org/officeDocument/2006/relationships/image" Target="../media/image52.svg"/><Relationship Id="rId10" Type="http://schemas.microsoft.com/office/2007/relationships/diagramDrawing" Target="../diagrams/drawing5.xml"/><Relationship Id="rId4" Type="http://schemas.openxmlformats.org/officeDocument/2006/relationships/image" Target="../media/image54.svg"/><Relationship Id="rId9" Type="http://schemas.openxmlformats.org/officeDocument/2006/relationships/diagramColors" Target="../diagrams/colors5.xml"/></Relationships>
</file>

<file path=ppt/slides/_rels/slide29.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slideLayout" Target="../slideLayouts/slideLayout3.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s>
</file>

<file path=ppt/slides/_rels/slide30.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10" Type="http://schemas.openxmlformats.org/officeDocument/2006/relationships/image" Target="../media/image62.svg"/><Relationship Id="rId4" Type="http://schemas.openxmlformats.org/officeDocument/2006/relationships/diagramLayout" Target="../diagrams/layout6.xml"/><Relationship Id="rId9" Type="http://schemas.openxmlformats.org/officeDocument/2006/relationships/image" Target="../media/image61.svg"/></Relationships>
</file>

<file path=ppt/slides/_rels/slide31.xml.rels><?xml version="1.0" encoding="UTF-8" standalone="yes"?>
<Relationships xmlns="http://schemas.openxmlformats.org/package/2006/relationships"><Relationship Id="rId3" Type="http://schemas.openxmlformats.org/officeDocument/2006/relationships/hyperlink" Target="https://support.microsoft.com/en-us/windows/device-encryption-in-windows-cf7e2b6f-3e70-4882-9532-18633605b7df"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image" Target="../media/image56.svg"/><Relationship Id="rId7" Type="http://schemas.openxmlformats.org/officeDocument/2006/relationships/diagramData" Target="../diagrams/data7.xml"/><Relationship Id="rId2" Type="http://schemas.openxmlformats.org/officeDocument/2006/relationships/image" Target="../media/image55.svg"/><Relationship Id="rId1" Type="http://schemas.openxmlformats.org/officeDocument/2006/relationships/slideLayout" Target="../slideLayouts/slideLayout3.xml"/><Relationship Id="rId6" Type="http://schemas.openxmlformats.org/officeDocument/2006/relationships/image" Target="../media/image59.svg"/><Relationship Id="rId11" Type="http://schemas.microsoft.com/office/2007/relationships/diagramDrawing" Target="../diagrams/drawing7.xml"/><Relationship Id="rId5" Type="http://schemas.openxmlformats.org/officeDocument/2006/relationships/image" Target="../media/image58.svg"/><Relationship Id="rId10" Type="http://schemas.openxmlformats.org/officeDocument/2006/relationships/diagramColors" Target="../diagrams/colors7.xml"/><Relationship Id="rId4" Type="http://schemas.openxmlformats.org/officeDocument/2006/relationships/image" Target="../media/image57.svg"/><Relationship Id="rId9"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67.svg"/><Relationship Id="rId5" Type="http://schemas.openxmlformats.org/officeDocument/2006/relationships/image" Target="../media/image54.svg"/><Relationship Id="rId4" Type="http://schemas.openxmlformats.org/officeDocument/2006/relationships/image" Target="../media/image53.svg"/></Relationships>
</file>

<file path=ppt/slides/_rels/slide36.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69.png"/><Relationship Id="rId7" Type="http://schemas.openxmlformats.org/officeDocument/2006/relationships/image" Target="../media/image71.png"/><Relationship Id="rId2" Type="http://schemas.openxmlformats.org/officeDocument/2006/relationships/image" Target="../media/image68.png"/><Relationship Id="rId1" Type="http://schemas.openxmlformats.org/officeDocument/2006/relationships/slideLayout" Target="../slideLayouts/slideLayout5.xml"/><Relationship Id="rId6" Type="http://schemas.microsoft.com/office/2007/relationships/hdphoto" Target="../media/hdphoto2.wdp"/><Relationship Id="rId11" Type="http://schemas.openxmlformats.org/officeDocument/2006/relationships/hyperlink" Target="https://etsu365-my.sharepoint.com/:p:/g/personal/dubayc_etsu_edu/EX_tJxNd3H1Eoukv4vXykn8BlWk_9YcUK2oFwiUjfFef8A?e=MDXURg" TargetMode="External"/><Relationship Id="rId5" Type="http://schemas.openxmlformats.org/officeDocument/2006/relationships/image" Target="../media/image70.png"/><Relationship Id="rId10" Type="http://schemas.openxmlformats.org/officeDocument/2006/relationships/image" Target="../media/image73.png"/><Relationship Id="rId4" Type="http://schemas.openxmlformats.org/officeDocument/2006/relationships/hyperlink" Target="https://etsu365-my.sharepoint.com/:w:/g/personal/dubayc_etsu_edu/IQBNw8fBQeNmTJzzWfUSriSjAdZneDS3PJljld6cHvbHxik?rtime=DdWU1WuP3kg" TargetMode="External"/><Relationship Id="rId9" Type="http://schemas.openxmlformats.org/officeDocument/2006/relationships/image" Target="../media/image72.png"/></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image" Target="../media/image66.svg"/><Relationship Id="rId7" Type="http://schemas.openxmlformats.org/officeDocument/2006/relationships/diagramData" Target="../diagrams/data8.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67.svg"/><Relationship Id="rId11" Type="http://schemas.microsoft.com/office/2007/relationships/diagramDrawing" Target="../diagrams/drawing8.xml"/><Relationship Id="rId5" Type="http://schemas.openxmlformats.org/officeDocument/2006/relationships/image" Target="../media/image54.svg"/><Relationship Id="rId10" Type="http://schemas.openxmlformats.org/officeDocument/2006/relationships/diagramColors" Target="../diagrams/colors8.xml"/><Relationship Id="rId4" Type="http://schemas.openxmlformats.org/officeDocument/2006/relationships/image" Target="../media/image53.svg"/><Relationship Id="rId9" Type="http://schemas.openxmlformats.org/officeDocument/2006/relationships/diagramQuickStyle" Target="../diagrams/quickStyl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2FEA5C8-E2F9-D50B-64CE-A38E226DC145}"/>
              </a:ext>
            </a:extLst>
          </p:cNvPr>
          <p:cNvSpPr>
            <a:spLocks noGrp="1"/>
          </p:cNvSpPr>
          <p:nvPr>
            <p:ph type="subTitle" idx="4"/>
          </p:nvPr>
        </p:nvSpPr>
        <p:spPr/>
        <p:txBody>
          <a:bodyPr/>
          <a:lstStyle/>
          <a:p>
            <a:r>
              <a:rPr lang="en-US" i="1" dirty="0">
                <a:solidFill>
                  <a:schemeClr val="tx2">
                    <a:lumMod val="40000"/>
                    <a:lumOff val="60000"/>
                  </a:schemeClr>
                </a:solidFill>
              </a:rPr>
              <a:t>Example (exported to PDF)</a:t>
            </a:r>
          </a:p>
        </p:txBody>
      </p:sp>
      <p:sp>
        <p:nvSpPr>
          <p:cNvPr id="3" name="Text Placeholder 2">
            <a:extLst>
              <a:ext uri="{FF2B5EF4-FFF2-40B4-BE49-F238E27FC236}">
                <a16:creationId xmlns:a16="http://schemas.microsoft.com/office/drawing/2014/main" id="{2D5B986C-8732-B527-709A-7FC0FF547390}"/>
              </a:ext>
            </a:extLst>
          </p:cNvPr>
          <p:cNvSpPr>
            <a:spLocks noGrp="1"/>
          </p:cNvSpPr>
          <p:nvPr>
            <p:ph type="body" sz="quarter" idx="10"/>
          </p:nvPr>
        </p:nvSpPr>
        <p:spPr/>
        <p:txBody>
          <a:bodyPr/>
          <a:lstStyle/>
          <a:p>
            <a:r>
              <a:rPr lang="en-US" dirty="0"/>
              <a:t>CSCI 1100, Spring 2026</a:t>
            </a:r>
          </a:p>
        </p:txBody>
      </p:sp>
      <p:sp>
        <p:nvSpPr>
          <p:cNvPr id="4" name="Title 3">
            <a:extLst>
              <a:ext uri="{FF2B5EF4-FFF2-40B4-BE49-F238E27FC236}">
                <a16:creationId xmlns:a16="http://schemas.microsoft.com/office/drawing/2014/main" id="{1CD6276A-9868-4896-C4FC-555A28F108C2}"/>
              </a:ext>
            </a:extLst>
          </p:cNvPr>
          <p:cNvSpPr>
            <a:spLocks noGrp="1"/>
          </p:cNvSpPr>
          <p:nvPr>
            <p:ph type="title"/>
          </p:nvPr>
        </p:nvSpPr>
        <p:spPr/>
        <p:txBody>
          <a:bodyPr>
            <a:normAutofit fontScale="90000"/>
          </a:bodyPr>
          <a:lstStyle/>
          <a:p>
            <a:r>
              <a:rPr lang="en-US" dirty="0"/>
              <a:t>CHELSIE’S / RYAN'S EXAMPLE DIGITAL CITIZENSHIP AUDIT</a:t>
            </a:r>
          </a:p>
        </p:txBody>
      </p:sp>
    </p:spTree>
    <p:extLst>
      <p:ext uri="{BB962C8B-B14F-4D97-AF65-F5344CB8AC3E}">
        <p14:creationId xmlns:p14="http://schemas.microsoft.com/office/powerpoint/2010/main" val="347008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838200" y="365125"/>
            <a:ext cx="9842237" cy="1105837"/>
          </a:xfrm>
        </p:spPr>
        <p:txBody>
          <a:bodyPr vert="horz" lIns="91440" tIns="45720" rIns="91440" bIns="45720" rtlCol="0" anchor="ctr">
            <a:normAutofit/>
          </a:bodyPr>
          <a:lstStyle/>
          <a:p>
            <a:r>
              <a:rPr lang="en-US" kern="1200" dirty="0">
                <a:latin typeface="+mj-lt"/>
                <a:ea typeface="+mj-ea"/>
                <a:cs typeface="+mj-cs"/>
              </a:rPr>
              <a:t>Contents</a:t>
            </a:r>
          </a:p>
        </p:txBody>
      </p:sp>
      <p:cxnSp>
        <p:nvCxnSpPr>
          <p:cNvPr id="20" name="Straight Connector 19">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2"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24"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26"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7" name="TextBox 4">
            <a:extLst>
              <a:ext uri="{FF2B5EF4-FFF2-40B4-BE49-F238E27FC236}">
                <a16:creationId xmlns:a16="http://schemas.microsoft.com/office/drawing/2014/main" id="{0A3B8CBE-D99A-99B2-B85D-3CD4FDBBAD4F}"/>
              </a:ext>
            </a:extLst>
          </p:cNvPr>
          <p:cNvGraphicFramePr/>
          <p:nvPr>
            <p:extLst>
              <p:ext uri="{D42A27DB-BD31-4B8C-83A1-F6EECF244321}">
                <p14:modId xmlns:p14="http://schemas.microsoft.com/office/powerpoint/2010/main" val="3841143865"/>
              </p:ext>
            </p:extLst>
          </p:nvPr>
        </p:nvGraphicFramePr>
        <p:xfrm>
          <a:off x="-160394" y="1690688"/>
          <a:ext cx="11048736" cy="45338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46" name="Group 45">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47" name="Freeform: Shape 46">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C480541F-00E6-1EF3-8B01-59737A963F5F}"/>
              </a:ext>
            </a:extLst>
          </p:cNvPr>
          <p:cNvSpPr>
            <a:spLocks noGrp="1"/>
          </p:cNvSpPr>
          <p:nvPr>
            <p:ph type="title"/>
          </p:nvPr>
        </p:nvSpPr>
        <p:spPr>
          <a:xfrm>
            <a:off x="3102552" y="980407"/>
            <a:ext cx="6105194" cy="1082309"/>
          </a:xfrm>
        </p:spPr>
        <p:txBody>
          <a:bodyPr vert="horz" lIns="91440" tIns="45720" rIns="91440" bIns="45720" rtlCol="0" anchor="t">
            <a:normAutofit/>
          </a:bodyPr>
          <a:lstStyle/>
          <a:p>
            <a:pPr algn="ctr"/>
            <a:r>
              <a:rPr lang="en-US" sz="5200" kern="1200" dirty="0">
                <a:latin typeface="+mj-lt"/>
                <a:ea typeface="+mj-ea"/>
                <a:cs typeface="+mj-cs"/>
              </a:rPr>
              <a:t>Information Literacy</a:t>
            </a:r>
          </a:p>
        </p:txBody>
      </p:sp>
      <p:sp>
        <p:nvSpPr>
          <p:cNvPr id="3" name="Text Placeholder 2">
            <a:extLst>
              <a:ext uri="{FF2B5EF4-FFF2-40B4-BE49-F238E27FC236}">
                <a16:creationId xmlns:a16="http://schemas.microsoft.com/office/drawing/2014/main" id="{A2933EAC-BD17-42C9-3A86-E722FEA5755A}"/>
              </a:ext>
            </a:extLst>
          </p:cNvPr>
          <p:cNvSpPr>
            <a:spLocks noGrp="1"/>
          </p:cNvSpPr>
          <p:nvPr>
            <p:ph type="body" idx="1"/>
          </p:nvPr>
        </p:nvSpPr>
        <p:spPr>
          <a:xfrm>
            <a:off x="3139645" y="2062716"/>
            <a:ext cx="5600318" cy="4189228"/>
          </a:xfrm>
        </p:spPr>
        <p:txBody>
          <a:bodyPr vert="horz" lIns="91440" tIns="45720" rIns="91440" bIns="45720" rtlCol="0">
            <a:normAutofit fontScale="92500" lnSpcReduction="10000"/>
          </a:bodyPr>
          <a:lstStyle/>
          <a:p>
            <a:pPr algn="ctr"/>
            <a:r>
              <a:rPr lang="en-US" b="1" dirty="0">
                <a:solidFill>
                  <a:schemeClr val="tx2"/>
                </a:solidFill>
              </a:rPr>
              <a:t>Information literacy </a:t>
            </a:r>
            <a:r>
              <a:rPr lang="en-US" dirty="0">
                <a:solidFill>
                  <a:schemeClr val="tx2">
                    <a:lumMod val="50000"/>
                  </a:schemeClr>
                </a:solidFill>
              </a:rPr>
              <a:t>is the cornerstone of responsible engagement in today’s online world. It equips individuals with the ability to critically </a:t>
            </a:r>
            <a:r>
              <a:rPr lang="en-US" dirty="0">
                <a:solidFill>
                  <a:schemeClr val="tx2"/>
                </a:solidFill>
              </a:rPr>
              <a:t>evaluate</a:t>
            </a:r>
            <a:r>
              <a:rPr lang="en-US" dirty="0">
                <a:solidFill>
                  <a:schemeClr val="tx2">
                    <a:lumMod val="50000"/>
                  </a:schemeClr>
                </a:solidFill>
              </a:rPr>
              <a:t> digital content, </a:t>
            </a:r>
            <a:r>
              <a:rPr lang="en-US" dirty="0">
                <a:solidFill>
                  <a:schemeClr val="tx2"/>
                </a:solidFill>
              </a:rPr>
              <a:t>navigate</a:t>
            </a:r>
            <a:r>
              <a:rPr lang="en-US" dirty="0">
                <a:solidFill>
                  <a:schemeClr val="tx2">
                    <a:lumMod val="50000"/>
                  </a:schemeClr>
                </a:solidFill>
              </a:rPr>
              <a:t> platforms effectively, and </a:t>
            </a:r>
            <a:r>
              <a:rPr lang="en-US" dirty="0">
                <a:solidFill>
                  <a:schemeClr val="tx2"/>
                </a:solidFill>
              </a:rPr>
              <a:t>address</a:t>
            </a:r>
            <a:r>
              <a:rPr lang="en-US" dirty="0">
                <a:solidFill>
                  <a:schemeClr val="tx2">
                    <a:lumMod val="50000"/>
                  </a:schemeClr>
                </a:solidFill>
              </a:rPr>
              <a:t> challenges such as misinformation with ethical awareness.</a:t>
            </a:r>
          </a:p>
          <a:p>
            <a:pPr algn="ctr"/>
            <a:endParaRPr lang="en-US" sz="200" dirty="0">
              <a:solidFill>
                <a:schemeClr val="tx2">
                  <a:lumMod val="50000"/>
                </a:schemeClr>
              </a:solidFill>
            </a:endParaRPr>
          </a:p>
          <a:p>
            <a:pPr algn="ctr"/>
            <a:r>
              <a:rPr lang="en-US" dirty="0">
                <a:solidFill>
                  <a:schemeClr val="tx2">
                    <a:lumMod val="50000"/>
                  </a:schemeClr>
                </a:solidFill>
              </a:rPr>
              <a:t>In this section, I showcase my information literacy skills by fact-checking a social media post using the </a:t>
            </a:r>
            <a:r>
              <a:rPr lang="en-US" b="1" dirty="0">
                <a:solidFill>
                  <a:schemeClr val="tx2"/>
                </a:solidFill>
              </a:rPr>
              <a:t>SIFT method</a:t>
            </a:r>
            <a:r>
              <a:rPr lang="en-US" dirty="0">
                <a:solidFill>
                  <a:schemeClr val="tx2">
                    <a:lumMod val="50000"/>
                  </a:schemeClr>
                </a:solidFill>
              </a:rPr>
              <a:t>. This example demonstrates my ability to critically assess online information, conduct thorough research, and promote responsible digital practices in an age in which misinformation spreads rapidly.</a:t>
            </a:r>
            <a:endParaRPr lang="en-US" sz="2400" kern="1200" dirty="0">
              <a:solidFill>
                <a:schemeClr val="tx2">
                  <a:lumMod val="50000"/>
                </a:schemeClr>
              </a:solidFill>
              <a:latin typeface="+mn-lt"/>
              <a:ea typeface="+mn-ea"/>
              <a:cs typeface="+mn-cs"/>
            </a:endParaRPr>
          </a:p>
        </p:txBody>
      </p:sp>
      <p:pic>
        <p:nvPicPr>
          <p:cNvPr id="5" name="Graphic 4" descr="Help with solid fill">
            <a:extLst>
              <a:ext uri="{FF2B5EF4-FFF2-40B4-BE49-F238E27FC236}">
                <a16:creationId xmlns:a16="http://schemas.microsoft.com/office/drawing/2014/main" id="{4311E1C2-D62C-FF32-7856-B771B9AA76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817104">
            <a:off x="9903477" y="523207"/>
            <a:ext cx="1173973" cy="1173973"/>
          </a:xfrm>
          <a:prstGeom prst="rect">
            <a:avLst/>
          </a:prstGeom>
        </p:spPr>
      </p:pic>
      <p:sp>
        <p:nvSpPr>
          <p:cNvPr id="15" name="Oval 14">
            <a:extLst>
              <a:ext uri="{FF2B5EF4-FFF2-40B4-BE49-F238E27FC236}">
                <a16:creationId xmlns:a16="http://schemas.microsoft.com/office/drawing/2014/main" id="{91AA69A0-2097-66B3-9859-E3517D3652AD}"/>
              </a:ext>
            </a:extLst>
          </p:cNvPr>
          <p:cNvSpPr/>
          <p:nvPr/>
        </p:nvSpPr>
        <p:spPr>
          <a:xfrm>
            <a:off x="1770763" y="1982970"/>
            <a:ext cx="1350335" cy="13503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Newspaper with solid fill">
            <a:extLst>
              <a:ext uri="{FF2B5EF4-FFF2-40B4-BE49-F238E27FC236}">
                <a16:creationId xmlns:a16="http://schemas.microsoft.com/office/drawing/2014/main" id="{C93C8943-D82C-9904-E3D0-50FCE44606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455224">
            <a:off x="10442919" y="5255568"/>
            <a:ext cx="1315399" cy="1315399"/>
          </a:xfrm>
          <a:prstGeom prst="rect">
            <a:avLst/>
          </a:prstGeom>
        </p:spPr>
      </p:pic>
      <p:pic>
        <p:nvPicPr>
          <p:cNvPr id="7" name="Graphic 6" descr="Information with solid fill">
            <a:extLst>
              <a:ext uri="{FF2B5EF4-FFF2-40B4-BE49-F238E27FC236}">
                <a16:creationId xmlns:a16="http://schemas.microsoft.com/office/drawing/2014/main" id="{570D615B-116C-9B64-2102-E1E3C06181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21422" y="1698548"/>
            <a:ext cx="1919177" cy="1919177"/>
          </a:xfrm>
          <a:prstGeom prst="rect">
            <a:avLst/>
          </a:prstGeom>
        </p:spPr>
      </p:pic>
    </p:spTree>
    <p:extLst>
      <p:ext uri="{BB962C8B-B14F-4D97-AF65-F5344CB8AC3E}">
        <p14:creationId xmlns:p14="http://schemas.microsoft.com/office/powerpoint/2010/main" val="2682908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E6CA7A-FDF4-610A-7F66-D40619236CBC}"/>
            </a:ext>
          </a:extLst>
        </p:cNvPr>
        <p:cNvGrpSpPr/>
        <p:nvPr/>
      </p:nvGrpSpPr>
      <p:grpSpPr>
        <a:xfrm>
          <a:off x="0" y="0"/>
          <a:ext cx="0" cy="0"/>
          <a:chOff x="0" y="0"/>
          <a:chExt cx="0" cy="0"/>
        </a:xfrm>
      </p:grpSpPr>
      <p:sp useBgFill="1">
        <p:nvSpPr>
          <p:cNvPr id="26" name="Slide Background">
            <a:extLst>
              <a:ext uri="{FF2B5EF4-FFF2-40B4-BE49-F238E27FC236}">
                <a16:creationId xmlns:a16="http://schemas.microsoft.com/office/drawing/2014/main" id="{A48B0698-BAB3-F6ED-D6D1-3ABCF42D3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8" name="Rectangle 27">
            <a:extLst>
              <a:ext uri="{FF2B5EF4-FFF2-40B4-BE49-F238E27FC236}">
                <a16:creationId xmlns:a16="http://schemas.microsoft.com/office/drawing/2014/main" id="{25B46CEA-D625-52AD-711E-CEFEE0742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139DEFE-9FC4-AAA6-2617-24D303899407}"/>
              </a:ext>
            </a:extLst>
          </p:cNvPr>
          <p:cNvSpPr>
            <a:spLocks noGrp="1"/>
          </p:cNvSpPr>
          <p:nvPr>
            <p:ph type="title"/>
          </p:nvPr>
        </p:nvSpPr>
        <p:spPr>
          <a:xfrm>
            <a:off x="622300" y="350195"/>
            <a:ext cx="5473701" cy="1504005"/>
          </a:xfrm>
        </p:spPr>
        <p:txBody>
          <a:bodyPr vert="horz" lIns="91440" tIns="45720" rIns="91440" bIns="45720" rtlCol="0" anchor="ctr">
            <a:normAutofit/>
          </a:bodyPr>
          <a:lstStyle/>
          <a:p>
            <a:r>
              <a:rPr lang="en-US" sz="3800" dirty="0">
                <a:latin typeface="+mj-lt"/>
              </a:rPr>
              <a:t>Analyzing A Redditor’s Claim in Infographic Post</a:t>
            </a:r>
          </a:p>
        </p:txBody>
      </p:sp>
      <p:sp>
        <p:nvSpPr>
          <p:cNvPr id="2" name="Content Placeholder 1">
            <a:extLst>
              <a:ext uri="{FF2B5EF4-FFF2-40B4-BE49-F238E27FC236}">
                <a16:creationId xmlns:a16="http://schemas.microsoft.com/office/drawing/2014/main" id="{592C274C-AF2F-41E2-11EE-A90BB62F67EB}"/>
              </a:ext>
            </a:extLst>
          </p:cNvPr>
          <p:cNvSpPr>
            <a:spLocks noGrp="1"/>
          </p:cNvSpPr>
          <p:nvPr>
            <p:ph idx="1"/>
          </p:nvPr>
        </p:nvSpPr>
        <p:spPr>
          <a:xfrm>
            <a:off x="622300" y="1854200"/>
            <a:ext cx="5473701" cy="4070350"/>
          </a:xfrm>
        </p:spPr>
        <p:txBody>
          <a:bodyPr vert="horz" lIns="91440" tIns="45720" rIns="91440" bIns="45720" rtlCol="0" anchor="ctr">
            <a:noAutofit/>
          </a:bodyPr>
          <a:lstStyle/>
          <a:p>
            <a:pPr marL="0" indent="0">
              <a:spcAft>
                <a:spcPts val="500"/>
              </a:spcAft>
              <a:buNone/>
            </a:pPr>
            <a:r>
              <a:rPr lang="en-US" sz="2800" b="1" dirty="0">
                <a:solidFill>
                  <a:schemeClr val="accent2"/>
                </a:solidFill>
                <a:latin typeface="+mn-lt"/>
              </a:rPr>
              <a:t>Step 1: Gather the Claim</a:t>
            </a:r>
          </a:p>
          <a:p>
            <a:pPr>
              <a:spcAft>
                <a:spcPts val="500"/>
              </a:spcAft>
            </a:pPr>
            <a:r>
              <a:rPr lang="en-US" sz="2400" dirty="0">
                <a:solidFill>
                  <a:schemeClr val="tx1"/>
                </a:solidFill>
                <a:latin typeface="+mn-lt"/>
              </a:rPr>
              <a:t>I visited r/Infographics on Reddit to browse for a post that made a key claim based on an infographic.</a:t>
            </a:r>
          </a:p>
          <a:p>
            <a:pPr>
              <a:spcAft>
                <a:spcPts val="500"/>
              </a:spcAft>
            </a:pPr>
            <a:r>
              <a:rPr lang="en-US" sz="2400" dirty="0">
                <a:solidFill>
                  <a:schemeClr val="tx1"/>
                </a:solidFill>
                <a:latin typeface="+mn-lt"/>
              </a:rPr>
              <a:t>I selected a post from Reddit User "</a:t>
            </a:r>
            <a:r>
              <a:rPr lang="en-US" sz="2400" dirty="0" err="1">
                <a:solidFill>
                  <a:schemeClr val="tx1"/>
                </a:solidFill>
                <a:latin typeface="+mn-lt"/>
              </a:rPr>
              <a:t>Coolonair</a:t>
            </a:r>
            <a:r>
              <a:rPr lang="en-US" sz="2400" dirty="0">
                <a:solidFill>
                  <a:schemeClr val="tx1"/>
                </a:solidFill>
                <a:latin typeface="+mn-lt"/>
              </a:rPr>
              <a:t>".</a:t>
            </a:r>
          </a:p>
          <a:p>
            <a:pPr>
              <a:spcAft>
                <a:spcPts val="500"/>
              </a:spcAft>
            </a:pPr>
            <a:r>
              <a:rPr lang="en-US" sz="2400" dirty="0">
                <a:solidFill>
                  <a:schemeClr val="tx1"/>
                </a:solidFill>
                <a:latin typeface="+mn-lt"/>
              </a:rPr>
              <a:t>The post suggests that more than 7 in 10 mortgage holders [in the United States] want to keep their current mortgage rate.</a:t>
            </a:r>
          </a:p>
        </p:txBody>
      </p:sp>
      <p:pic>
        <p:nvPicPr>
          <p:cNvPr id="5" name="Picture 4">
            <a:extLst>
              <a:ext uri="{FF2B5EF4-FFF2-40B4-BE49-F238E27FC236}">
                <a16:creationId xmlns:a16="http://schemas.microsoft.com/office/drawing/2014/main" id="{2F26488D-A447-6464-6473-1CFE1284A5DE}"/>
              </a:ext>
            </a:extLst>
          </p:cNvPr>
          <p:cNvPicPr>
            <a:picLocks noChangeAspect="1"/>
          </p:cNvPicPr>
          <p:nvPr/>
        </p:nvPicPr>
        <p:blipFill>
          <a:blip r:embed="rId3"/>
          <a:srcRect l="509" r="3804"/>
          <a:stretch>
            <a:fillRect/>
          </a:stretch>
        </p:blipFill>
        <p:spPr>
          <a:xfrm>
            <a:off x="6096000" y="1"/>
            <a:ext cx="6102825" cy="6858000"/>
          </a:xfrm>
          <a:prstGeom prst="rect">
            <a:avLst/>
          </a:prstGeom>
        </p:spPr>
      </p:pic>
      <p:sp>
        <p:nvSpPr>
          <p:cNvPr id="4" name="Rectangle: Rounded Corners 3">
            <a:hlinkClick r:id="rId4"/>
            <a:extLst>
              <a:ext uri="{FF2B5EF4-FFF2-40B4-BE49-F238E27FC236}">
                <a16:creationId xmlns:a16="http://schemas.microsoft.com/office/drawing/2014/main" id="{3C0BC822-E2B8-C37A-6CFA-9EED6A8CA442}"/>
              </a:ext>
            </a:extLst>
          </p:cNvPr>
          <p:cNvSpPr/>
          <p:nvPr/>
        </p:nvSpPr>
        <p:spPr>
          <a:xfrm>
            <a:off x="1916955" y="5632922"/>
            <a:ext cx="3594846" cy="583255"/>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sz="2200" dirty="0">
                <a:solidFill>
                  <a:schemeClr val="bg2">
                    <a:lumMod val="25000"/>
                  </a:schemeClr>
                </a:solidFill>
                <a:hlinkClick r:id="rId4">
                  <a:extLst>
                    <a:ext uri="{A12FA001-AC4F-418D-AE19-62706E023703}">
                      <ahyp:hlinkClr xmlns:ahyp="http://schemas.microsoft.com/office/drawing/2018/hyperlinkcolor" val="tx"/>
                    </a:ext>
                  </a:extLst>
                </a:hlinkClick>
              </a:rPr>
              <a:t>📎View post here [Ctrl-click] </a:t>
            </a:r>
            <a:endParaRPr lang="en-US" sz="2200" dirty="0">
              <a:solidFill>
                <a:schemeClr val="bg2">
                  <a:lumMod val="25000"/>
                </a:schemeClr>
              </a:solidFill>
            </a:endParaRPr>
          </a:p>
        </p:txBody>
      </p:sp>
    </p:spTree>
    <p:extLst>
      <p:ext uri="{BB962C8B-B14F-4D97-AF65-F5344CB8AC3E}">
        <p14:creationId xmlns:p14="http://schemas.microsoft.com/office/powerpoint/2010/main" val="293518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41922A-3824-5798-70BD-990FBDCCDDE5}"/>
            </a:ext>
          </a:extLst>
        </p:cNvPr>
        <p:cNvGrpSpPr/>
        <p:nvPr/>
      </p:nvGrpSpPr>
      <p:grpSpPr>
        <a:xfrm>
          <a:off x="0" y="0"/>
          <a:ext cx="0" cy="0"/>
          <a:chOff x="0" y="0"/>
          <a:chExt cx="0" cy="0"/>
        </a:xfrm>
      </p:grpSpPr>
      <p:sp useBgFill="1">
        <p:nvSpPr>
          <p:cNvPr id="26" name="Slide Background">
            <a:extLst>
              <a:ext uri="{FF2B5EF4-FFF2-40B4-BE49-F238E27FC236}">
                <a16:creationId xmlns:a16="http://schemas.microsoft.com/office/drawing/2014/main" id="{0A1AF56C-2D97-CB95-7C9C-3DBE3CCDC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8" name="Rectangle 27">
            <a:extLst>
              <a:ext uri="{FF2B5EF4-FFF2-40B4-BE49-F238E27FC236}">
                <a16:creationId xmlns:a16="http://schemas.microsoft.com/office/drawing/2014/main" id="{E1118177-ED92-2E25-91AA-FA85B2351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796DABC-9CAC-1632-2F9C-2672F4A1F9A8}"/>
              </a:ext>
            </a:extLst>
          </p:cNvPr>
          <p:cNvSpPr>
            <a:spLocks noGrp="1"/>
          </p:cNvSpPr>
          <p:nvPr>
            <p:ph type="title"/>
          </p:nvPr>
        </p:nvSpPr>
        <p:spPr>
          <a:xfrm>
            <a:off x="609600" y="350195"/>
            <a:ext cx="5486401" cy="1504005"/>
          </a:xfrm>
        </p:spPr>
        <p:txBody>
          <a:bodyPr vert="horz" lIns="91440" tIns="45720" rIns="91440" bIns="45720" rtlCol="0" anchor="ctr">
            <a:normAutofit/>
          </a:bodyPr>
          <a:lstStyle/>
          <a:p>
            <a:r>
              <a:rPr lang="en-US" sz="3800" dirty="0">
                <a:latin typeface="+mj-lt"/>
              </a:rPr>
              <a:t>Analyzing A Redditor’s Claim in Infographic Post</a:t>
            </a:r>
          </a:p>
        </p:txBody>
      </p:sp>
      <p:sp>
        <p:nvSpPr>
          <p:cNvPr id="2" name="Content Placeholder 1">
            <a:extLst>
              <a:ext uri="{FF2B5EF4-FFF2-40B4-BE49-F238E27FC236}">
                <a16:creationId xmlns:a16="http://schemas.microsoft.com/office/drawing/2014/main" id="{5E1492EA-1213-7349-FB81-53264D12117E}"/>
              </a:ext>
            </a:extLst>
          </p:cNvPr>
          <p:cNvSpPr>
            <a:spLocks noGrp="1"/>
          </p:cNvSpPr>
          <p:nvPr>
            <p:ph idx="1"/>
          </p:nvPr>
        </p:nvSpPr>
        <p:spPr>
          <a:xfrm>
            <a:off x="600075" y="2384075"/>
            <a:ext cx="7308851" cy="4070350"/>
          </a:xfrm>
        </p:spPr>
        <p:txBody>
          <a:bodyPr vert="horz" lIns="91440" tIns="45720" rIns="91440" bIns="45720" rtlCol="0" anchor="ctr">
            <a:noAutofit/>
          </a:bodyPr>
          <a:lstStyle/>
          <a:p>
            <a:pPr marL="0" indent="0">
              <a:spcAft>
                <a:spcPts val="500"/>
              </a:spcAft>
              <a:buNone/>
            </a:pPr>
            <a:r>
              <a:rPr lang="en-US" sz="2800" b="1" dirty="0">
                <a:solidFill>
                  <a:schemeClr val="accent2"/>
                </a:solidFill>
                <a:latin typeface="+mn-lt"/>
              </a:rPr>
              <a:t>Step 2: Apply the SIFT Method</a:t>
            </a:r>
          </a:p>
          <a:p>
            <a:pPr marL="0" indent="0">
              <a:spcBef>
                <a:spcPts val="600"/>
              </a:spcBef>
              <a:spcAft>
                <a:spcPts val="500"/>
              </a:spcAft>
              <a:buNone/>
            </a:pPr>
            <a:r>
              <a:rPr lang="en-US" sz="2600" b="1" dirty="0" err="1">
                <a:solidFill>
                  <a:schemeClr val="accent3"/>
                </a:solidFill>
              </a:rPr>
              <a:t>i</a:t>
            </a:r>
            <a:r>
              <a:rPr lang="en-US" sz="2600" b="1" dirty="0">
                <a:solidFill>
                  <a:schemeClr val="accent3"/>
                </a:solidFill>
              </a:rPr>
              <a:t>. STOP</a:t>
            </a:r>
          </a:p>
          <a:p>
            <a:pPr>
              <a:spcBef>
                <a:spcPts val="600"/>
              </a:spcBef>
              <a:spcAft>
                <a:spcPts val="500"/>
              </a:spcAft>
            </a:pPr>
            <a:r>
              <a:rPr lang="en-US" sz="2200" b="1" dirty="0"/>
              <a:t>My Initial reaction</a:t>
            </a:r>
            <a:r>
              <a:rPr lang="en-US" sz="2200" dirty="0"/>
              <a:t>: Neutral – seems plausible</a:t>
            </a:r>
          </a:p>
          <a:p>
            <a:pPr>
              <a:spcBef>
                <a:spcPts val="600"/>
              </a:spcBef>
              <a:spcAft>
                <a:spcPts val="500"/>
              </a:spcAft>
            </a:pPr>
            <a:r>
              <a:rPr lang="en-US" sz="2200" b="1" dirty="0"/>
              <a:t>My potential biases</a:t>
            </a:r>
            <a:r>
              <a:rPr lang="en-US" sz="2200" dirty="0"/>
              <a:t>: I am biased to believe the reporting because this claim is consistent with my pre-existing beliefs about homeowner/homebuyer sentiment.</a:t>
            </a:r>
          </a:p>
          <a:p>
            <a:pPr marL="0" indent="0">
              <a:spcBef>
                <a:spcPts val="600"/>
              </a:spcBef>
              <a:spcAft>
                <a:spcPts val="500"/>
              </a:spcAft>
              <a:buNone/>
            </a:pPr>
            <a:r>
              <a:rPr lang="en-US" sz="2600" b="1" dirty="0">
                <a:solidFill>
                  <a:schemeClr val="accent4"/>
                </a:solidFill>
              </a:rPr>
              <a:t>ii. INVESTIGATE</a:t>
            </a:r>
          </a:p>
          <a:p>
            <a:pPr>
              <a:spcBef>
                <a:spcPts val="600"/>
              </a:spcBef>
              <a:spcAft>
                <a:spcPts val="500"/>
              </a:spcAft>
            </a:pPr>
            <a:r>
              <a:rPr lang="en-US" sz="2200" b="1" dirty="0"/>
              <a:t>Author/account info</a:t>
            </a:r>
            <a:r>
              <a:rPr lang="en-US" sz="2200" dirty="0"/>
              <a:t>: The user’s bio simply reads “looking for fun and ideas.” The author has been on Reddit for about 6 years, and their account largely seems to consist of re-posting infographics related to economic measures in the U.S. shared on a subreddit called r/</a:t>
            </a:r>
            <a:r>
              <a:rPr lang="en-US" sz="2200" dirty="0" err="1"/>
              <a:t>SmartFIRE</a:t>
            </a:r>
            <a:r>
              <a:rPr lang="en-US" sz="2200" dirty="0"/>
              <a:t>.</a:t>
            </a:r>
          </a:p>
          <a:p>
            <a:pPr marL="0" indent="0">
              <a:spcAft>
                <a:spcPts val="500"/>
              </a:spcAft>
              <a:buNone/>
            </a:pPr>
            <a:endParaRPr lang="en-US" sz="2600" b="1" dirty="0">
              <a:solidFill>
                <a:schemeClr val="accent4"/>
              </a:solidFill>
              <a:latin typeface="+mn-lt"/>
            </a:endParaRPr>
          </a:p>
        </p:txBody>
      </p:sp>
      <p:pic>
        <p:nvPicPr>
          <p:cNvPr id="7" name="Picture 6">
            <a:extLst>
              <a:ext uri="{FF2B5EF4-FFF2-40B4-BE49-F238E27FC236}">
                <a16:creationId xmlns:a16="http://schemas.microsoft.com/office/drawing/2014/main" id="{BB06C68C-9521-2F47-4683-B85805FF43E2}"/>
              </a:ext>
            </a:extLst>
          </p:cNvPr>
          <p:cNvPicPr>
            <a:picLocks noChangeAspect="1"/>
          </p:cNvPicPr>
          <p:nvPr/>
        </p:nvPicPr>
        <p:blipFill>
          <a:blip r:embed="rId3"/>
          <a:srcRect l="27131" t="-3457" r="31931" b="1"/>
          <a:stretch>
            <a:fillRect/>
          </a:stretch>
        </p:blipFill>
        <p:spPr>
          <a:xfrm>
            <a:off x="7937500" y="2055938"/>
            <a:ext cx="4019549" cy="449656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8" name="Picture 7">
            <a:extLst>
              <a:ext uri="{FF2B5EF4-FFF2-40B4-BE49-F238E27FC236}">
                <a16:creationId xmlns:a16="http://schemas.microsoft.com/office/drawing/2014/main" id="{28F5A05F-7723-7423-BCE5-4034A7577F7B}"/>
              </a:ext>
            </a:extLst>
          </p:cNvPr>
          <p:cNvPicPr>
            <a:picLocks noChangeAspect="1"/>
          </p:cNvPicPr>
          <p:nvPr/>
        </p:nvPicPr>
        <p:blipFill>
          <a:blip r:embed="rId3"/>
          <a:srcRect l="71494" t="-2872" b="27822"/>
          <a:stretch>
            <a:fillRect/>
          </a:stretch>
        </p:blipFill>
        <p:spPr>
          <a:xfrm>
            <a:off x="9423400" y="184150"/>
            <a:ext cx="2533649" cy="29527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9074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E78747-C5AA-BA0D-2C36-55BA65B8C8BE}"/>
            </a:ext>
          </a:extLst>
        </p:cNvPr>
        <p:cNvGrpSpPr/>
        <p:nvPr/>
      </p:nvGrpSpPr>
      <p:grpSpPr>
        <a:xfrm>
          <a:off x="0" y="0"/>
          <a:ext cx="0" cy="0"/>
          <a:chOff x="0" y="0"/>
          <a:chExt cx="0" cy="0"/>
        </a:xfrm>
      </p:grpSpPr>
      <p:sp useBgFill="1">
        <p:nvSpPr>
          <p:cNvPr id="3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99A4A56-AE5F-7C23-23D4-0F1783AAF69D}"/>
              </a:ext>
            </a:extLst>
          </p:cNvPr>
          <p:cNvSpPr>
            <a:spLocks noGrp="1"/>
          </p:cNvSpPr>
          <p:nvPr>
            <p:ph type="title"/>
          </p:nvPr>
        </p:nvSpPr>
        <p:spPr>
          <a:xfrm>
            <a:off x="5410196" y="317501"/>
            <a:ext cx="6299203" cy="1587499"/>
          </a:xfrm>
        </p:spPr>
        <p:txBody>
          <a:bodyPr vert="horz" lIns="91440" tIns="45720" rIns="91440" bIns="45720" rtlCol="0" anchor="ctr">
            <a:normAutofit/>
          </a:bodyPr>
          <a:lstStyle/>
          <a:p>
            <a:r>
              <a:rPr lang="en-US" sz="3800" dirty="0">
                <a:latin typeface="+mj-lt"/>
              </a:rPr>
              <a:t>Analyzing A Redditor’s Claim in Infographic Post</a:t>
            </a:r>
          </a:p>
        </p:txBody>
      </p:sp>
      <p:sp>
        <p:nvSpPr>
          <p:cNvPr id="11" name="Content Placeholder 1">
            <a:extLst>
              <a:ext uri="{FF2B5EF4-FFF2-40B4-BE49-F238E27FC236}">
                <a16:creationId xmlns:a16="http://schemas.microsoft.com/office/drawing/2014/main" id="{96F3C50E-6F36-D2C2-9702-7F05602C4AFF}"/>
              </a:ext>
            </a:extLst>
          </p:cNvPr>
          <p:cNvSpPr>
            <a:spLocks noGrp="1"/>
          </p:cNvSpPr>
          <p:nvPr>
            <p:ph idx="1"/>
          </p:nvPr>
        </p:nvSpPr>
        <p:spPr>
          <a:xfrm>
            <a:off x="5410196" y="2362200"/>
            <a:ext cx="6781803" cy="4495800"/>
          </a:xfrm>
        </p:spPr>
        <p:txBody>
          <a:bodyPr vert="horz" lIns="91440" tIns="45720" rIns="91440" bIns="45720" rtlCol="0" anchor="ctr">
            <a:noAutofit/>
          </a:bodyPr>
          <a:lstStyle/>
          <a:p>
            <a:pPr marL="0" indent="0">
              <a:spcAft>
                <a:spcPts val="500"/>
              </a:spcAft>
              <a:buNone/>
            </a:pPr>
            <a:r>
              <a:rPr lang="en-US" sz="2800" b="1" dirty="0">
                <a:solidFill>
                  <a:schemeClr val="accent2"/>
                </a:solidFill>
                <a:latin typeface="+mn-lt"/>
              </a:rPr>
              <a:t>Step 2: Apply the SIFT Method</a:t>
            </a:r>
          </a:p>
          <a:p>
            <a:pPr marL="0" indent="0">
              <a:spcBef>
                <a:spcPts val="600"/>
              </a:spcBef>
              <a:spcAft>
                <a:spcPts val="500"/>
              </a:spcAft>
              <a:buNone/>
            </a:pPr>
            <a:r>
              <a:rPr lang="en-US" sz="2600" b="1" dirty="0">
                <a:solidFill>
                  <a:schemeClr val="accent5"/>
                </a:solidFill>
              </a:rPr>
              <a:t>iii. FIND</a:t>
            </a:r>
          </a:p>
          <a:p>
            <a:pPr marL="0" indent="0">
              <a:spcBef>
                <a:spcPts val="600"/>
              </a:spcBef>
              <a:spcAft>
                <a:spcPts val="500"/>
              </a:spcAft>
              <a:buNone/>
            </a:pPr>
            <a:endParaRPr lang="en-US" sz="1500" b="1" dirty="0">
              <a:solidFill>
                <a:schemeClr val="accent6"/>
              </a:solidFill>
            </a:endParaRPr>
          </a:p>
          <a:p>
            <a:pPr marL="0" indent="0">
              <a:spcBef>
                <a:spcPts val="600"/>
              </a:spcBef>
              <a:spcAft>
                <a:spcPts val="500"/>
              </a:spcAft>
              <a:buNone/>
            </a:pPr>
            <a:r>
              <a:rPr lang="en-US" sz="2600" b="1" dirty="0">
                <a:solidFill>
                  <a:schemeClr val="accent6"/>
                </a:solidFill>
              </a:rPr>
              <a:t>iv. TRACE</a:t>
            </a:r>
          </a:p>
          <a:p>
            <a:pPr>
              <a:spcAft>
                <a:spcPts val="0"/>
              </a:spcAft>
            </a:pPr>
            <a:r>
              <a:rPr lang="en-US" sz="2200" u="sng" dirty="0"/>
              <a:t>Original source:</a:t>
            </a:r>
            <a:r>
              <a:rPr lang="en-US" sz="2200" dirty="0"/>
              <a:t> </a:t>
            </a:r>
            <a:r>
              <a:rPr lang="en-US" sz="2200" u="sng" dirty="0">
                <a:hlinkClick r:id="rId3"/>
              </a:rPr>
              <a:t>Empower. Nov 18, 2025</a:t>
            </a:r>
            <a:endParaRPr lang="en-US" sz="2200" dirty="0"/>
          </a:p>
          <a:p>
            <a:pPr>
              <a:spcAft>
                <a:spcPts val="0"/>
              </a:spcAft>
            </a:pPr>
            <a:r>
              <a:rPr lang="en-US" sz="2200" u="sng" dirty="0"/>
              <a:t>Proper context:</a:t>
            </a:r>
            <a:r>
              <a:rPr lang="en-US" sz="2200" dirty="0"/>
              <a:t> Yes (see discussion below)</a:t>
            </a:r>
          </a:p>
          <a:p>
            <a:r>
              <a:rPr lang="en-US" sz="2200" u="sng" dirty="0"/>
              <a:t>Missing information:</a:t>
            </a:r>
            <a:r>
              <a:rPr lang="en-US" sz="2200" dirty="0"/>
              <a:t> Of course, there is additional context about this survey, however, because the original infographic the Reddit author posted from Empower includes the question that was asked to survey respondents, no key information is missing from the infographic or seems to be misrepresented based on the supporting sources. </a:t>
            </a:r>
          </a:p>
          <a:p>
            <a:pPr marL="0" indent="0">
              <a:spcAft>
                <a:spcPts val="500"/>
              </a:spcAft>
              <a:buNone/>
            </a:pPr>
            <a:endParaRPr lang="en-US" sz="2600" b="1" dirty="0">
              <a:solidFill>
                <a:schemeClr val="accent4"/>
              </a:solidFill>
              <a:latin typeface="+mn-lt"/>
            </a:endParaRPr>
          </a:p>
        </p:txBody>
      </p:sp>
      <p:sp>
        <p:nvSpPr>
          <p:cNvPr id="12" name="Rectangle: Rounded Corners 11">
            <a:hlinkClick r:id="rId4"/>
            <a:extLst>
              <a:ext uri="{FF2B5EF4-FFF2-40B4-BE49-F238E27FC236}">
                <a16:creationId xmlns:a16="http://schemas.microsoft.com/office/drawing/2014/main" id="{A346E44D-837C-B84F-25FF-96ADD32FC278}"/>
              </a:ext>
            </a:extLst>
          </p:cNvPr>
          <p:cNvSpPr/>
          <p:nvPr/>
        </p:nvSpPr>
        <p:spPr>
          <a:xfrm>
            <a:off x="6825876" y="2496345"/>
            <a:ext cx="4375521" cy="279400"/>
          </a:xfrm>
          <a:prstGeom prst="roundRect">
            <a:avLst/>
          </a:prstGeom>
          <a:solidFill>
            <a:schemeClr val="accent1">
              <a:lumMod val="40000"/>
              <a:lumOff val="6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sz="2000" dirty="0">
                <a:solidFill>
                  <a:schemeClr val="bg2">
                    <a:lumMod val="25000"/>
                  </a:schemeClr>
                </a:solidFill>
              </a:rPr>
              <a:t>📎</a:t>
            </a:r>
            <a:r>
              <a:rPr lang="en-US" sz="2000" b="1" dirty="0">
                <a:solidFill>
                  <a:schemeClr val="accent3"/>
                </a:solidFill>
              </a:rPr>
              <a:t>Source 1. </a:t>
            </a:r>
            <a:r>
              <a:rPr lang="en-US" sz="2000" dirty="0">
                <a:solidFill>
                  <a:schemeClr val="bg2">
                    <a:lumMod val="25000"/>
                  </a:schemeClr>
                </a:solidFill>
                <a:hlinkClick r:id="rId4">
                  <a:extLst>
                    <a:ext uri="{A12FA001-AC4F-418D-AE19-62706E023703}">
                      <ahyp:hlinkClr xmlns:ahyp="http://schemas.microsoft.com/office/drawing/2018/hyperlinkcolor" val="tx"/>
                    </a:ext>
                  </a:extLst>
                </a:hlinkClick>
              </a:rPr>
              <a:t>New York Times [Ctrl-click]</a:t>
            </a:r>
            <a:endParaRPr lang="en-US" sz="2000" dirty="0">
              <a:solidFill>
                <a:schemeClr val="bg2">
                  <a:lumMod val="25000"/>
                </a:schemeClr>
              </a:solidFill>
            </a:endParaRPr>
          </a:p>
        </p:txBody>
      </p:sp>
      <p:sp>
        <p:nvSpPr>
          <p:cNvPr id="15" name="Rectangle: Rounded Corners 14">
            <a:hlinkClick r:id="rId5"/>
            <a:extLst>
              <a:ext uri="{FF2B5EF4-FFF2-40B4-BE49-F238E27FC236}">
                <a16:creationId xmlns:a16="http://schemas.microsoft.com/office/drawing/2014/main" id="{DE2A7028-8669-1E66-21CB-9850ADD9FC0C}"/>
              </a:ext>
            </a:extLst>
          </p:cNvPr>
          <p:cNvSpPr/>
          <p:nvPr/>
        </p:nvSpPr>
        <p:spPr>
          <a:xfrm>
            <a:off x="6825876" y="2909889"/>
            <a:ext cx="4375521" cy="279400"/>
          </a:xfrm>
          <a:prstGeom prst="roundRect">
            <a:avLst/>
          </a:prstGeom>
          <a:solidFill>
            <a:schemeClr val="accent1">
              <a:lumMod val="40000"/>
              <a:lumOff val="6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sz="2000" dirty="0">
                <a:solidFill>
                  <a:schemeClr val="bg2">
                    <a:lumMod val="25000"/>
                  </a:schemeClr>
                </a:solidFill>
              </a:rPr>
              <a:t>📎</a:t>
            </a:r>
            <a:r>
              <a:rPr lang="en-US" sz="2000" b="1" dirty="0">
                <a:solidFill>
                  <a:schemeClr val="accent4"/>
                </a:solidFill>
              </a:rPr>
              <a:t>Source 2. </a:t>
            </a:r>
            <a:r>
              <a:rPr lang="en-US" sz="2000" dirty="0">
                <a:solidFill>
                  <a:schemeClr val="bg2">
                    <a:lumMod val="25000"/>
                  </a:schemeClr>
                </a:solidFill>
                <a:hlinkClick r:id="rId5">
                  <a:extLst>
                    <a:ext uri="{A12FA001-AC4F-418D-AE19-62706E023703}">
                      <ahyp:hlinkClr xmlns:ahyp="http://schemas.microsoft.com/office/drawing/2018/hyperlinkcolor" val="tx"/>
                    </a:ext>
                  </a:extLst>
                </a:hlinkClick>
              </a:rPr>
              <a:t>Yahoo Finance    [Ctrl-click]</a:t>
            </a:r>
            <a:endParaRPr lang="en-US" sz="2000" dirty="0">
              <a:solidFill>
                <a:schemeClr val="bg2">
                  <a:lumMod val="25000"/>
                </a:schemeClr>
              </a:solidFill>
            </a:endParaRPr>
          </a:p>
        </p:txBody>
      </p:sp>
      <p:pic>
        <p:nvPicPr>
          <p:cNvPr id="17" name="Picture 16">
            <a:extLst>
              <a:ext uri="{FF2B5EF4-FFF2-40B4-BE49-F238E27FC236}">
                <a16:creationId xmlns:a16="http://schemas.microsoft.com/office/drawing/2014/main" id="{73BF91F6-6E1E-A0CF-3BAA-C308D43D6155}"/>
              </a:ext>
            </a:extLst>
          </p:cNvPr>
          <p:cNvPicPr>
            <a:picLocks noChangeAspect="1"/>
          </p:cNvPicPr>
          <p:nvPr/>
        </p:nvPicPr>
        <p:blipFill>
          <a:blip r:embed="rId6"/>
          <a:stretch>
            <a:fillRect/>
          </a:stretch>
        </p:blipFill>
        <p:spPr>
          <a:xfrm>
            <a:off x="193071" y="701356"/>
            <a:ext cx="5024053" cy="33216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9" name="TextBox 18">
            <a:extLst>
              <a:ext uri="{FF2B5EF4-FFF2-40B4-BE49-F238E27FC236}">
                <a16:creationId xmlns:a16="http://schemas.microsoft.com/office/drawing/2014/main" id="{1F3FAC81-3F2C-A06B-4A97-15A3FC84ECD4}"/>
              </a:ext>
            </a:extLst>
          </p:cNvPr>
          <p:cNvSpPr txBox="1"/>
          <p:nvPr/>
        </p:nvSpPr>
        <p:spPr>
          <a:xfrm>
            <a:off x="193071" y="4213544"/>
            <a:ext cx="4658329" cy="1554272"/>
          </a:xfrm>
          <a:prstGeom prst="rect">
            <a:avLst/>
          </a:prstGeom>
          <a:noFill/>
        </p:spPr>
        <p:txBody>
          <a:bodyPr wrap="square">
            <a:spAutoFit/>
          </a:bodyPr>
          <a:lstStyle/>
          <a:p>
            <a:r>
              <a:rPr lang="en-US" sz="1900" b="1" i="0" dirty="0">
                <a:solidFill>
                  <a:schemeClr val="accent3"/>
                </a:solidFill>
                <a:effectLst/>
              </a:rPr>
              <a:t>Above</a:t>
            </a:r>
            <a:r>
              <a:rPr lang="en-US" sz="1900" b="0" i="0" dirty="0">
                <a:solidFill>
                  <a:srgbClr val="212121"/>
                </a:solidFill>
                <a:effectLst/>
              </a:rPr>
              <a:t>: The original source corroborates the core claim in its headline and provides the full context of the survey, including the original infographic that was shared in the Reddit post.</a:t>
            </a:r>
            <a:endParaRPr lang="en-US" sz="1900" dirty="0"/>
          </a:p>
        </p:txBody>
      </p:sp>
    </p:spTree>
    <p:extLst>
      <p:ext uri="{BB962C8B-B14F-4D97-AF65-F5344CB8AC3E}">
        <p14:creationId xmlns:p14="http://schemas.microsoft.com/office/powerpoint/2010/main" val="445092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202858-55C0-F821-8CB6-51436AF7ABC0}"/>
              </a:ext>
            </a:extLst>
          </p:cNvPr>
          <p:cNvSpPr>
            <a:spLocks noGrp="1"/>
          </p:cNvSpPr>
          <p:nvPr>
            <p:ph idx="1"/>
          </p:nvPr>
        </p:nvSpPr>
        <p:spPr>
          <a:xfrm>
            <a:off x="1397000" y="1384300"/>
            <a:ext cx="9956800" cy="5156200"/>
          </a:xfrm>
        </p:spPr>
        <p:txBody>
          <a:bodyPr>
            <a:normAutofit fontScale="85000" lnSpcReduction="20000"/>
          </a:bodyPr>
          <a:lstStyle/>
          <a:p>
            <a:pPr marL="0" indent="0">
              <a:spcAft>
                <a:spcPts val="300"/>
              </a:spcAft>
              <a:buNone/>
            </a:pPr>
            <a:r>
              <a:rPr lang="en-US" sz="3300" b="1" dirty="0">
                <a:solidFill>
                  <a:schemeClr val="accent2"/>
                </a:solidFill>
              </a:rPr>
              <a:t>Final Assessment &amp; Discussion</a:t>
            </a:r>
          </a:p>
          <a:p>
            <a:pPr marL="0" indent="0">
              <a:spcAft>
                <a:spcPts val="300"/>
              </a:spcAft>
              <a:buNone/>
            </a:pPr>
            <a:r>
              <a:rPr lang="en-US" dirty="0">
                <a:solidFill>
                  <a:schemeClr val="bg2">
                    <a:lumMod val="50000"/>
                  </a:schemeClr>
                </a:solidFill>
              </a:rPr>
              <a:t>Final assessment: 4.5/5 reliability</a:t>
            </a:r>
          </a:p>
          <a:p>
            <a:pPr>
              <a:spcBef>
                <a:spcPts val="1800"/>
              </a:spcBef>
              <a:spcAft>
                <a:spcPts val="300"/>
              </a:spcAft>
            </a:pPr>
            <a:r>
              <a:rPr lang="en-US" dirty="0"/>
              <a:t>The New York Times source from 2024 explains the “mortgage rate lock-in effect” where many homeowners secured fixed-rate mortgages at rates below the market rate and were therefore reluctant to sell. This older article increases the plausibility of the Empower survey’s finding.</a:t>
            </a:r>
          </a:p>
          <a:p>
            <a:pPr>
              <a:spcAft>
                <a:spcPts val="300"/>
              </a:spcAft>
            </a:pPr>
            <a:r>
              <a:rPr lang="en-US" dirty="0" err="1"/>
              <a:t>Empower’s</a:t>
            </a:r>
            <a:r>
              <a:rPr lang="en-US" dirty="0"/>
              <a:t> survey findings were cited in the Yahoo Finance article, which lends some credibility to Empower because of Yahoo Finance’s reputation as a trusted source for financial reporting.</a:t>
            </a:r>
          </a:p>
          <a:p>
            <a:pPr>
              <a:spcAft>
                <a:spcPts val="300"/>
              </a:spcAft>
            </a:pPr>
            <a:r>
              <a:rPr lang="en-US" dirty="0"/>
              <a:t>Furthermore, because the core claim and the infographic posted were traced directly back to Empower, the claim appears to be credible and free of significant bias. I chose to rank this rating just shy of 5/5, because in this cursory analysis, I did not look to see if other surveys reported a similar (&gt;70 percent) figure.</a:t>
            </a:r>
          </a:p>
        </p:txBody>
      </p:sp>
      <p:sp>
        <p:nvSpPr>
          <p:cNvPr id="3" name="Title 2">
            <a:extLst>
              <a:ext uri="{FF2B5EF4-FFF2-40B4-BE49-F238E27FC236}">
                <a16:creationId xmlns:a16="http://schemas.microsoft.com/office/drawing/2014/main" id="{C08A0960-FE05-6ACD-AB35-6F4341CA8D4F}"/>
              </a:ext>
            </a:extLst>
          </p:cNvPr>
          <p:cNvSpPr>
            <a:spLocks noGrp="1"/>
          </p:cNvSpPr>
          <p:nvPr>
            <p:ph type="title"/>
          </p:nvPr>
        </p:nvSpPr>
        <p:spPr>
          <a:xfrm>
            <a:off x="1270000" y="317500"/>
            <a:ext cx="10083800" cy="1270000"/>
          </a:xfrm>
        </p:spPr>
        <p:txBody>
          <a:bodyPr>
            <a:normAutofit/>
          </a:bodyPr>
          <a:lstStyle/>
          <a:p>
            <a:r>
              <a:rPr lang="en-US" sz="3700" dirty="0"/>
              <a:t>Analyzing A Redditor’s Claim in Infographic Post</a:t>
            </a:r>
          </a:p>
        </p:txBody>
      </p:sp>
      <p:pic>
        <p:nvPicPr>
          <p:cNvPr id="6" name="Picture 5">
            <a:extLst>
              <a:ext uri="{FF2B5EF4-FFF2-40B4-BE49-F238E27FC236}">
                <a16:creationId xmlns:a16="http://schemas.microsoft.com/office/drawing/2014/main" id="{F6AB5F06-E3A1-0F0C-7075-2D14A6E1097D}"/>
              </a:ext>
            </a:extLst>
          </p:cNvPr>
          <p:cNvPicPr>
            <a:picLocks noChangeAspect="1"/>
          </p:cNvPicPr>
          <p:nvPr/>
        </p:nvPicPr>
        <p:blipFill>
          <a:blip r:embed="rId2"/>
          <a:stretch>
            <a:fillRect/>
          </a:stretch>
        </p:blipFill>
        <p:spPr>
          <a:xfrm>
            <a:off x="6311900" y="1384300"/>
            <a:ext cx="3387921" cy="800100"/>
          </a:xfrm>
          <a:prstGeom prst="rect">
            <a:avLst/>
          </a:prstGeom>
        </p:spPr>
      </p:pic>
    </p:spTree>
    <p:extLst>
      <p:ext uri="{BB962C8B-B14F-4D97-AF65-F5344CB8AC3E}">
        <p14:creationId xmlns:p14="http://schemas.microsoft.com/office/powerpoint/2010/main" val="1023355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09FE8-126C-8860-5629-FCF8193A3BB6}"/>
            </a:ext>
          </a:extLst>
        </p:cNvPr>
        <p:cNvGrpSpPr/>
        <p:nvPr/>
      </p:nvGrpSpPr>
      <p:grpSpPr>
        <a:xfrm>
          <a:off x="0" y="0"/>
          <a:ext cx="0" cy="0"/>
          <a:chOff x="0" y="0"/>
          <a:chExt cx="0" cy="0"/>
        </a:xfrm>
      </p:grpSpPr>
      <p:pic>
        <p:nvPicPr>
          <p:cNvPr id="5" name="Graphic 4" descr="Help with solid fill">
            <a:extLst>
              <a:ext uri="{FF2B5EF4-FFF2-40B4-BE49-F238E27FC236}">
                <a16:creationId xmlns:a16="http://schemas.microsoft.com/office/drawing/2014/main" id="{13871F97-B09A-8570-5480-AC67680567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817104">
            <a:off x="9903477" y="523207"/>
            <a:ext cx="1173973" cy="1173973"/>
          </a:xfrm>
          <a:prstGeom prst="rect">
            <a:avLst/>
          </a:prstGeom>
        </p:spPr>
      </p:pic>
      <p:sp>
        <p:nvSpPr>
          <p:cNvPr id="15" name="Oval 14">
            <a:extLst>
              <a:ext uri="{FF2B5EF4-FFF2-40B4-BE49-F238E27FC236}">
                <a16:creationId xmlns:a16="http://schemas.microsoft.com/office/drawing/2014/main" id="{F9BEC93D-1147-D850-B438-B128A6BADC07}"/>
              </a:ext>
            </a:extLst>
          </p:cNvPr>
          <p:cNvSpPr/>
          <p:nvPr/>
        </p:nvSpPr>
        <p:spPr>
          <a:xfrm>
            <a:off x="1226730" y="2751078"/>
            <a:ext cx="1350335" cy="13503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Newspaper with solid fill">
            <a:extLst>
              <a:ext uri="{FF2B5EF4-FFF2-40B4-BE49-F238E27FC236}">
                <a16:creationId xmlns:a16="http://schemas.microsoft.com/office/drawing/2014/main" id="{E9781C60-743C-993C-1984-63F078A4E8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455224">
            <a:off x="10442919" y="5255568"/>
            <a:ext cx="1315399" cy="1315399"/>
          </a:xfrm>
          <a:prstGeom prst="rect">
            <a:avLst/>
          </a:prstGeom>
        </p:spPr>
      </p:pic>
      <p:pic>
        <p:nvPicPr>
          <p:cNvPr id="7" name="Graphic 6" descr="Information with solid fill">
            <a:extLst>
              <a:ext uri="{FF2B5EF4-FFF2-40B4-BE49-F238E27FC236}">
                <a16:creationId xmlns:a16="http://schemas.microsoft.com/office/drawing/2014/main" id="{C4F4094F-F0D7-8A8B-A803-9917DD3FB0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7180" y="2466656"/>
            <a:ext cx="1919177" cy="1919177"/>
          </a:xfrm>
          <a:prstGeom prst="rect">
            <a:avLst/>
          </a:prstGeom>
        </p:spPr>
      </p:pic>
      <p:graphicFrame>
        <p:nvGraphicFramePr>
          <p:cNvPr id="10" name="Diagram 9">
            <a:extLst>
              <a:ext uri="{FF2B5EF4-FFF2-40B4-BE49-F238E27FC236}">
                <a16:creationId xmlns:a16="http://schemas.microsoft.com/office/drawing/2014/main" id="{8871B03C-45E9-CF62-F7D0-B9AF20237407}"/>
              </a:ext>
            </a:extLst>
          </p:cNvPr>
          <p:cNvGraphicFramePr/>
          <p:nvPr>
            <p:extLst>
              <p:ext uri="{D42A27DB-BD31-4B8C-83A1-F6EECF244321}">
                <p14:modId xmlns:p14="http://schemas.microsoft.com/office/powerpoint/2010/main" val="1110294113"/>
              </p:ext>
            </p:extLst>
          </p:nvPr>
        </p:nvGraphicFramePr>
        <p:xfrm>
          <a:off x="2167495" y="1612900"/>
          <a:ext cx="9027325" cy="470593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 name="Title 1">
            <a:extLst>
              <a:ext uri="{FF2B5EF4-FFF2-40B4-BE49-F238E27FC236}">
                <a16:creationId xmlns:a16="http://schemas.microsoft.com/office/drawing/2014/main" id="{F2284B02-75B2-5B02-E9D6-50387B618C03}"/>
              </a:ext>
            </a:extLst>
          </p:cNvPr>
          <p:cNvSpPr>
            <a:spLocks noGrp="1"/>
          </p:cNvSpPr>
          <p:nvPr>
            <p:ph type="title"/>
          </p:nvPr>
        </p:nvSpPr>
        <p:spPr>
          <a:xfrm>
            <a:off x="1949451" y="533657"/>
            <a:ext cx="8293099" cy="880471"/>
          </a:xfrm>
        </p:spPr>
        <p:txBody>
          <a:bodyPr vert="horz" lIns="91440" tIns="45720" rIns="91440" bIns="45720" rtlCol="0" anchor="t">
            <a:normAutofit/>
          </a:bodyPr>
          <a:lstStyle/>
          <a:p>
            <a:pPr algn="ctr"/>
            <a:r>
              <a:rPr lang="en-US" sz="4100" kern="1200" dirty="0">
                <a:latin typeface="+mj-lt"/>
                <a:ea typeface="+mj-ea"/>
                <a:cs typeface="+mj-cs"/>
              </a:rPr>
              <a:t>Information Literacy Reflection</a:t>
            </a:r>
          </a:p>
        </p:txBody>
      </p:sp>
    </p:spTree>
    <p:extLst>
      <p:ext uri="{BB962C8B-B14F-4D97-AF65-F5344CB8AC3E}">
        <p14:creationId xmlns:p14="http://schemas.microsoft.com/office/powerpoint/2010/main" val="722099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90CB26-6854-2F88-C825-4BEAA0E6DB2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7" name="Freeform: Shape 26">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30" name="Freeform: Shape 29">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38" name="Group 37">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39" name="Freeform: Shape 38">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2" name="Freeform: Shape 41">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4" name="Group 43">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45" name="Freeform: Shape 44">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8" name="Freeform: Shape 47">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Oval 20">
            <a:extLst>
              <a:ext uri="{FF2B5EF4-FFF2-40B4-BE49-F238E27FC236}">
                <a16:creationId xmlns:a16="http://schemas.microsoft.com/office/drawing/2014/main" id="{240256CA-4CC3-30A4-6520-20FE434D9550}"/>
              </a:ext>
            </a:extLst>
          </p:cNvPr>
          <p:cNvSpPr/>
          <p:nvPr/>
        </p:nvSpPr>
        <p:spPr>
          <a:xfrm>
            <a:off x="1496324" y="616689"/>
            <a:ext cx="9303561" cy="6442367"/>
          </a:xfrm>
          <a:prstGeom prst="ellipse">
            <a:avLst/>
          </a:prstGeom>
          <a:solidFill>
            <a:srgbClr val="FFFFFF">
              <a:alpha val="45098"/>
            </a:srgbClr>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Research with solid fill">
            <a:extLst>
              <a:ext uri="{FF2B5EF4-FFF2-40B4-BE49-F238E27FC236}">
                <a16:creationId xmlns:a16="http://schemas.microsoft.com/office/drawing/2014/main" id="{24FC2846-B352-A86D-CD5F-4795A874EB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654273" y="2307380"/>
            <a:ext cx="1667850" cy="1667850"/>
          </a:xfrm>
          <a:prstGeom prst="rect">
            <a:avLst/>
          </a:prstGeom>
        </p:spPr>
      </p:pic>
      <p:pic>
        <p:nvPicPr>
          <p:cNvPr id="7" name="Graphic 6" descr="Statistics with solid fill">
            <a:extLst>
              <a:ext uri="{FF2B5EF4-FFF2-40B4-BE49-F238E27FC236}">
                <a16:creationId xmlns:a16="http://schemas.microsoft.com/office/drawing/2014/main" id="{EADF5771-28D1-BCAD-8F8B-BED65D072A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276264">
            <a:off x="9106571" y="5445808"/>
            <a:ext cx="1130095" cy="1130095"/>
          </a:xfrm>
          <a:prstGeom prst="rect">
            <a:avLst/>
          </a:prstGeom>
        </p:spPr>
      </p:pic>
      <p:sp>
        <p:nvSpPr>
          <p:cNvPr id="17" name="Title 1">
            <a:extLst>
              <a:ext uri="{FF2B5EF4-FFF2-40B4-BE49-F238E27FC236}">
                <a16:creationId xmlns:a16="http://schemas.microsoft.com/office/drawing/2014/main" id="{17AF08F9-FE61-CFC8-8F8B-8C5DDCCBB20D}"/>
              </a:ext>
            </a:extLst>
          </p:cNvPr>
          <p:cNvSpPr>
            <a:spLocks noGrp="1"/>
          </p:cNvSpPr>
          <p:nvPr>
            <p:ph type="title"/>
          </p:nvPr>
        </p:nvSpPr>
        <p:spPr>
          <a:xfrm>
            <a:off x="3102552" y="980407"/>
            <a:ext cx="6105194" cy="1082309"/>
          </a:xfrm>
        </p:spPr>
        <p:txBody>
          <a:bodyPr vert="horz" lIns="91440" tIns="45720" rIns="91440" bIns="45720" rtlCol="0" anchor="t">
            <a:normAutofit/>
          </a:bodyPr>
          <a:lstStyle/>
          <a:p>
            <a:pPr algn="ctr"/>
            <a:r>
              <a:rPr lang="en-US" sz="5200" kern="1200" dirty="0">
                <a:latin typeface="+mj-lt"/>
                <a:ea typeface="+mj-ea"/>
                <a:cs typeface="+mj-cs"/>
              </a:rPr>
              <a:t>Data Literacy</a:t>
            </a:r>
          </a:p>
        </p:txBody>
      </p:sp>
      <p:sp>
        <p:nvSpPr>
          <p:cNvPr id="19" name="Text Placeholder 2">
            <a:extLst>
              <a:ext uri="{FF2B5EF4-FFF2-40B4-BE49-F238E27FC236}">
                <a16:creationId xmlns:a16="http://schemas.microsoft.com/office/drawing/2014/main" id="{33AC31F5-700D-3E72-6A90-FAD9C30E8B7B}"/>
              </a:ext>
            </a:extLst>
          </p:cNvPr>
          <p:cNvSpPr>
            <a:spLocks noGrp="1"/>
          </p:cNvSpPr>
          <p:nvPr>
            <p:ph type="body" idx="1"/>
          </p:nvPr>
        </p:nvSpPr>
        <p:spPr>
          <a:xfrm>
            <a:off x="3350954" y="2052083"/>
            <a:ext cx="5600318" cy="4189228"/>
          </a:xfrm>
        </p:spPr>
        <p:txBody>
          <a:bodyPr vert="horz" lIns="91440" tIns="45720" rIns="91440" bIns="45720" rtlCol="0">
            <a:normAutofit fontScale="92500" lnSpcReduction="20000"/>
          </a:bodyPr>
          <a:lstStyle/>
          <a:p>
            <a:pPr algn="ctr"/>
            <a:r>
              <a:rPr lang="en-US" b="1" dirty="0">
                <a:solidFill>
                  <a:schemeClr val="tx2"/>
                </a:solidFill>
              </a:rPr>
              <a:t>Data literacy </a:t>
            </a:r>
            <a:r>
              <a:rPr lang="en-US" dirty="0">
                <a:solidFill>
                  <a:schemeClr val="tx2">
                    <a:lumMod val="50000"/>
                  </a:schemeClr>
                </a:solidFill>
              </a:rPr>
              <a:t>is the ability to collect, analyze, interpret, and </a:t>
            </a:r>
            <a:r>
              <a:rPr lang="en-US" dirty="0">
                <a:solidFill>
                  <a:schemeClr val="tx2"/>
                </a:solidFill>
              </a:rPr>
              <a:t>communicate</a:t>
            </a:r>
            <a:r>
              <a:rPr lang="en-US" dirty="0">
                <a:solidFill>
                  <a:schemeClr val="tx2">
                    <a:lumMod val="50000"/>
                  </a:schemeClr>
                </a:solidFill>
              </a:rPr>
              <a:t> data effectively to make informed decisions. It goes beyond understanding numbers, requiring critical thinking to ensure data is used ethically, accurately, and responsibly. This skill is essential for navigating complex information and making evidence-based, </a:t>
            </a:r>
            <a:r>
              <a:rPr lang="en-US" dirty="0">
                <a:solidFill>
                  <a:schemeClr val="tx2"/>
                </a:solidFill>
              </a:rPr>
              <a:t>data-driven decisions</a:t>
            </a:r>
            <a:r>
              <a:rPr lang="en-US" dirty="0">
                <a:solidFill>
                  <a:schemeClr val="tx2">
                    <a:lumMod val="50000"/>
                  </a:schemeClr>
                </a:solidFill>
              </a:rPr>
              <a:t>.</a:t>
            </a:r>
          </a:p>
          <a:p>
            <a:pPr algn="ctr">
              <a:spcBef>
                <a:spcPts val="0"/>
              </a:spcBef>
            </a:pPr>
            <a:r>
              <a:rPr lang="en-US" sz="900" dirty="0">
                <a:solidFill>
                  <a:schemeClr val="tx2">
                    <a:lumMod val="50000"/>
                  </a:schemeClr>
                </a:solidFill>
              </a:rPr>
              <a:t> </a:t>
            </a:r>
          </a:p>
          <a:p>
            <a:pPr algn="ctr"/>
            <a:r>
              <a:rPr lang="en-US" dirty="0">
                <a:solidFill>
                  <a:schemeClr val="tx2">
                    <a:lumMod val="50000"/>
                  </a:schemeClr>
                </a:solidFill>
              </a:rPr>
              <a:t>In this section, I demonstrate my proficiency in data literacy by </a:t>
            </a:r>
            <a:r>
              <a:rPr lang="en-US" dirty="0">
                <a:solidFill>
                  <a:schemeClr val="tx2"/>
                </a:solidFill>
              </a:rPr>
              <a:t>analyzing a dataset </a:t>
            </a:r>
            <a:r>
              <a:rPr lang="en-US" dirty="0">
                <a:solidFill>
                  <a:schemeClr val="tx2">
                    <a:lumMod val="50000"/>
                  </a:schemeClr>
                </a:solidFill>
              </a:rPr>
              <a:t>and presenting key insights through a visual representation. This example highlights my ability to use tools like Excel to </a:t>
            </a:r>
            <a:r>
              <a:rPr lang="en-US" dirty="0">
                <a:solidFill>
                  <a:schemeClr val="tx2"/>
                </a:solidFill>
              </a:rPr>
              <a:t>process</a:t>
            </a:r>
            <a:r>
              <a:rPr lang="en-US" dirty="0">
                <a:solidFill>
                  <a:schemeClr val="tx2">
                    <a:lumMod val="50000"/>
                  </a:schemeClr>
                </a:solidFill>
              </a:rPr>
              <a:t>, </a:t>
            </a:r>
            <a:r>
              <a:rPr lang="en-US" dirty="0">
                <a:solidFill>
                  <a:schemeClr val="tx2"/>
                </a:solidFill>
              </a:rPr>
              <a:t>visualize</a:t>
            </a:r>
            <a:r>
              <a:rPr lang="en-US" dirty="0">
                <a:solidFill>
                  <a:schemeClr val="tx2">
                    <a:lumMod val="50000"/>
                  </a:schemeClr>
                </a:solidFill>
              </a:rPr>
              <a:t>, and </a:t>
            </a:r>
            <a:r>
              <a:rPr lang="en-US" dirty="0">
                <a:solidFill>
                  <a:schemeClr val="tx2"/>
                </a:solidFill>
              </a:rPr>
              <a:t>interpret</a:t>
            </a:r>
            <a:r>
              <a:rPr lang="en-US" dirty="0">
                <a:solidFill>
                  <a:schemeClr val="tx2">
                    <a:lumMod val="50000"/>
                  </a:schemeClr>
                </a:solidFill>
              </a:rPr>
              <a:t> data in ways that are both clear and impactful.</a:t>
            </a:r>
          </a:p>
        </p:txBody>
      </p:sp>
    </p:spTree>
    <p:extLst>
      <p:ext uri="{BB962C8B-B14F-4D97-AF65-F5344CB8AC3E}">
        <p14:creationId xmlns:p14="http://schemas.microsoft.com/office/powerpoint/2010/main" val="2326418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4C5CDF-F173-DBB5-78CD-13F4013AE19F}"/>
              </a:ext>
            </a:extLst>
          </p:cNvPr>
          <p:cNvSpPr>
            <a:spLocks noGrp="1"/>
          </p:cNvSpPr>
          <p:nvPr>
            <p:ph type="body" idx="1"/>
          </p:nvPr>
        </p:nvSpPr>
        <p:spPr>
          <a:xfrm>
            <a:off x="839788" y="1209675"/>
            <a:ext cx="5157787" cy="517525"/>
          </a:xfrm>
        </p:spPr>
        <p:txBody>
          <a:bodyPr>
            <a:normAutofit/>
          </a:bodyPr>
          <a:lstStyle/>
          <a:p>
            <a:r>
              <a:rPr lang="en-US" sz="2800" dirty="0">
                <a:solidFill>
                  <a:schemeClr val="accent3"/>
                </a:solidFill>
              </a:rPr>
              <a:t>The Dataset &amp; Tools Used</a:t>
            </a:r>
          </a:p>
        </p:txBody>
      </p:sp>
      <p:sp>
        <p:nvSpPr>
          <p:cNvPr id="3" name="Content Placeholder 2">
            <a:extLst>
              <a:ext uri="{FF2B5EF4-FFF2-40B4-BE49-F238E27FC236}">
                <a16:creationId xmlns:a16="http://schemas.microsoft.com/office/drawing/2014/main" id="{66B3345A-1318-8BBB-2C2F-D396EDFDC613}"/>
              </a:ext>
            </a:extLst>
          </p:cNvPr>
          <p:cNvSpPr>
            <a:spLocks noGrp="1"/>
          </p:cNvSpPr>
          <p:nvPr>
            <p:ph sz="half" idx="2"/>
          </p:nvPr>
        </p:nvSpPr>
        <p:spPr>
          <a:xfrm>
            <a:off x="839788" y="1803399"/>
            <a:ext cx="5157787" cy="2333962"/>
          </a:xfrm>
          <a:solidFill>
            <a:schemeClr val="bg1"/>
          </a:solidFill>
        </p:spPr>
        <p:txBody>
          <a:bodyPr>
            <a:normAutofit/>
          </a:bodyPr>
          <a:lstStyle/>
          <a:p>
            <a:pPr marL="0" indent="0">
              <a:buNone/>
            </a:pPr>
            <a:r>
              <a:rPr lang="en-US" sz="2800" dirty="0"/>
              <a:t>I analyzed a Kaggle dataset of 953 records covering the most streamed Spotify songs, enriched with data from Apple Music, Deezer, and Shazam (</a:t>
            </a:r>
            <a:r>
              <a:rPr lang="en-US" sz="2800" u="sng" dirty="0">
                <a:hlinkClick r:id="rId2"/>
              </a:rPr>
              <a:t>Kaggle</a:t>
            </a:r>
            <a:r>
              <a:rPr lang="en-US" sz="2800" dirty="0"/>
              <a:t>).</a:t>
            </a:r>
          </a:p>
        </p:txBody>
      </p:sp>
      <p:sp>
        <p:nvSpPr>
          <p:cNvPr id="4" name="Text Placeholder 3">
            <a:extLst>
              <a:ext uri="{FF2B5EF4-FFF2-40B4-BE49-F238E27FC236}">
                <a16:creationId xmlns:a16="http://schemas.microsoft.com/office/drawing/2014/main" id="{1DA3157F-FB00-77A3-397D-BFE321B96727}"/>
              </a:ext>
            </a:extLst>
          </p:cNvPr>
          <p:cNvSpPr>
            <a:spLocks noGrp="1"/>
          </p:cNvSpPr>
          <p:nvPr>
            <p:ph type="body" sz="quarter" idx="3"/>
          </p:nvPr>
        </p:nvSpPr>
        <p:spPr>
          <a:xfrm>
            <a:off x="6172200" y="1209675"/>
            <a:ext cx="5183188" cy="517525"/>
          </a:xfrm>
        </p:spPr>
        <p:txBody>
          <a:bodyPr>
            <a:normAutofit/>
          </a:bodyPr>
          <a:lstStyle/>
          <a:p>
            <a:r>
              <a:rPr lang="en-US" sz="2800" dirty="0">
                <a:solidFill>
                  <a:schemeClr val="accent6">
                    <a:lumMod val="75000"/>
                  </a:schemeClr>
                </a:solidFill>
              </a:rPr>
              <a:t>Key Insights</a:t>
            </a:r>
          </a:p>
        </p:txBody>
      </p:sp>
      <p:sp>
        <p:nvSpPr>
          <p:cNvPr id="5" name="Content Placeholder 4">
            <a:extLst>
              <a:ext uri="{FF2B5EF4-FFF2-40B4-BE49-F238E27FC236}">
                <a16:creationId xmlns:a16="http://schemas.microsoft.com/office/drawing/2014/main" id="{8727F6AE-E332-520D-29B2-CC5E7AFBF31B}"/>
              </a:ext>
            </a:extLst>
          </p:cNvPr>
          <p:cNvSpPr>
            <a:spLocks noGrp="1"/>
          </p:cNvSpPr>
          <p:nvPr>
            <p:ph sz="quarter" idx="4"/>
          </p:nvPr>
        </p:nvSpPr>
        <p:spPr>
          <a:xfrm>
            <a:off x="6172200" y="1803399"/>
            <a:ext cx="5183188" cy="4386264"/>
          </a:xfrm>
        </p:spPr>
        <p:txBody>
          <a:bodyPr>
            <a:normAutofit fontScale="92500" lnSpcReduction="10000"/>
          </a:bodyPr>
          <a:lstStyle/>
          <a:p>
            <a:r>
              <a:rPr lang="en-US" b="1" dirty="0">
                <a:solidFill>
                  <a:schemeClr val="accent6"/>
                </a:solidFill>
              </a:rPr>
              <a:t>Playlist releases by month</a:t>
            </a:r>
            <a:r>
              <a:rPr lang="en-US" dirty="0"/>
              <a:t>: January and September are peak months for playlist adds; December is the lowest</a:t>
            </a:r>
          </a:p>
          <a:p>
            <a:r>
              <a:rPr lang="en-US" b="1" dirty="0">
                <a:solidFill>
                  <a:schemeClr val="accent6"/>
                </a:solidFill>
              </a:rPr>
              <a:t>Tempo vs. danceability</a:t>
            </a:r>
            <a:r>
              <a:rPr lang="en-US" dirty="0"/>
              <a:t>: A scatter plot revealed little to no correlation between BPM and danceability</a:t>
            </a:r>
          </a:p>
          <a:p>
            <a:r>
              <a:rPr lang="en-US" b="1" dirty="0">
                <a:solidFill>
                  <a:schemeClr val="accent6"/>
                </a:solidFill>
              </a:rPr>
              <a:t>Musical keys</a:t>
            </a:r>
            <a:r>
              <a:rPr lang="en-US" dirty="0"/>
              <a:t>: C# dominates at 13.99%, followed by G# at 11.19% and F# at 10.61%</a:t>
            </a:r>
          </a:p>
          <a:p>
            <a:pPr marL="0" indent="0">
              <a:buNone/>
            </a:pPr>
            <a:endParaRPr lang="en-US" dirty="0"/>
          </a:p>
        </p:txBody>
      </p:sp>
      <p:sp>
        <p:nvSpPr>
          <p:cNvPr id="6" name="Title 5">
            <a:extLst>
              <a:ext uri="{FF2B5EF4-FFF2-40B4-BE49-F238E27FC236}">
                <a16:creationId xmlns:a16="http://schemas.microsoft.com/office/drawing/2014/main" id="{DD085D98-D122-005F-CC92-EE4DE735B24C}"/>
              </a:ext>
            </a:extLst>
          </p:cNvPr>
          <p:cNvSpPr>
            <a:spLocks noGrp="1"/>
          </p:cNvSpPr>
          <p:nvPr>
            <p:ph type="title"/>
          </p:nvPr>
        </p:nvSpPr>
        <p:spPr/>
        <p:txBody>
          <a:bodyPr/>
          <a:lstStyle/>
          <a:p>
            <a:r>
              <a:rPr lang="en-US" dirty="0"/>
              <a:t>Data Literacy: </a:t>
            </a:r>
            <a:r>
              <a:rPr lang="en-US" dirty="0">
                <a:solidFill>
                  <a:schemeClr val="accent2"/>
                </a:solidFill>
              </a:rPr>
              <a:t>Spotify Most Streamed Songs</a:t>
            </a:r>
            <a:endParaRPr lang="en-US" dirty="0"/>
          </a:p>
        </p:txBody>
      </p:sp>
      <p:pic>
        <p:nvPicPr>
          <p:cNvPr id="2050" name="Picture 2">
            <a:extLst>
              <a:ext uri="{FF2B5EF4-FFF2-40B4-BE49-F238E27FC236}">
                <a16:creationId xmlns:a16="http://schemas.microsoft.com/office/drawing/2014/main" id="{0EB7ED36-0DBF-0A9D-6F76-660EC4D26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412" y="4184191"/>
            <a:ext cx="1066800" cy="99344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7BCA641-A11C-A4CA-92E0-11882E98D101}"/>
              </a:ext>
            </a:extLst>
          </p:cNvPr>
          <p:cNvSpPr txBox="1"/>
          <p:nvPr/>
        </p:nvSpPr>
        <p:spPr>
          <a:xfrm>
            <a:off x="2041524" y="3988415"/>
            <a:ext cx="3868738" cy="1384995"/>
          </a:xfrm>
          <a:prstGeom prst="rect">
            <a:avLst/>
          </a:prstGeom>
          <a:noFill/>
        </p:spPr>
        <p:txBody>
          <a:bodyPr wrap="square">
            <a:spAutoFit/>
          </a:bodyPr>
          <a:lstStyle/>
          <a:p>
            <a:pPr marL="0" indent="0">
              <a:buNone/>
            </a:pPr>
            <a:r>
              <a:rPr lang="en-US" sz="2800" b="1" dirty="0">
                <a:solidFill>
                  <a:schemeClr val="accent2"/>
                </a:solidFill>
              </a:rPr>
              <a:t>Tools used</a:t>
            </a:r>
            <a:r>
              <a:rPr lang="en-US" sz="2800" dirty="0"/>
              <a:t>: </a:t>
            </a:r>
            <a:r>
              <a:rPr lang="en-US" sz="2800" dirty="0">
                <a:solidFill>
                  <a:schemeClr val="bg2">
                    <a:lumMod val="25000"/>
                  </a:schemeClr>
                </a:solidFill>
              </a:rPr>
              <a:t>Microsoft Excel for data processing and chart creation</a:t>
            </a:r>
          </a:p>
        </p:txBody>
      </p:sp>
    </p:spTree>
    <p:extLst>
      <p:ext uri="{BB962C8B-B14F-4D97-AF65-F5344CB8AC3E}">
        <p14:creationId xmlns:p14="http://schemas.microsoft.com/office/powerpoint/2010/main" val="3042136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C3D6D9-1753-FE69-DDA1-842959BE9094}"/>
              </a:ext>
            </a:extLst>
          </p:cNvPr>
          <p:cNvSpPr>
            <a:spLocks noGrp="1"/>
          </p:cNvSpPr>
          <p:nvPr>
            <p:ph idx="1"/>
          </p:nvPr>
        </p:nvSpPr>
        <p:spPr>
          <a:xfrm>
            <a:off x="6819900" y="1384300"/>
            <a:ext cx="4978400" cy="4792663"/>
          </a:xfrm>
        </p:spPr>
        <p:txBody>
          <a:bodyPr>
            <a:normAutofit/>
          </a:bodyPr>
          <a:lstStyle/>
          <a:p>
            <a:r>
              <a:rPr lang="en-US" sz="2600" dirty="0"/>
              <a:t>The chart shows that songs released in January and September receive the most additions to Spotify playlists, while December sees the fewest, likely due to holiday-focused content and fewer new releases.</a:t>
            </a:r>
          </a:p>
          <a:p>
            <a:r>
              <a:rPr lang="en-US" sz="2600" dirty="0"/>
              <a:t>These patterns suggest artists should time new releases in early spring and late summer to maximize playlist visibility.</a:t>
            </a:r>
          </a:p>
        </p:txBody>
      </p:sp>
      <p:sp>
        <p:nvSpPr>
          <p:cNvPr id="3" name="Title 2">
            <a:extLst>
              <a:ext uri="{FF2B5EF4-FFF2-40B4-BE49-F238E27FC236}">
                <a16:creationId xmlns:a16="http://schemas.microsoft.com/office/drawing/2014/main" id="{0376F3E2-1A60-B1EB-22B2-574397EA097B}"/>
              </a:ext>
            </a:extLst>
          </p:cNvPr>
          <p:cNvSpPr>
            <a:spLocks noGrp="1"/>
          </p:cNvSpPr>
          <p:nvPr>
            <p:ph type="title"/>
          </p:nvPr>
        </p:nvSpPr>
        <p:spPr>
          <a:xfrm>
            <a:off x="916819" y="365126"/>
            <a:ext cx="10436981" cy="768350"/>
          </a:xfrm>
        </p:spPr>
        <p:txBody>
          <a:bodyPr>
            <a:normAutofit/>
          </a:bodyPr>
          <a:lstStyle/>
          <a:p>
            <a:r>
              <a:rPr lang="en-US" dirty="0"/>
              <a:t>Most Streamed Songs by Month</a:t>
            </a:r>
          </a:p>
        </p:txBody>
      </p:sp>
      <p:pic>
        <p:nvPicPr>
          <p:cNvPr id="5" name="Picture 4">
            <a:extLst>
              <a:ext uri="{FF2B5EF4-FFF2-40B4-BE49-F238E27FC236}">
                <a16:creationId xmlns:a16="http://schemas.microsoft.com/office/drawing/2014/main" id="{AB2F9930-7250-BD8F-4C27-D20DC5572D63}"/>
              </a:ext>
            </a:extLst>
          </p:cNvPr>
          <p:cNvPicPr>
            <a:picLocks noChangeAspect="1"/>
          </p:cNvPicPr>
          <p:nvPr/>
        </p:nvPicPr>
        <p:blipFill>
          <a:blip r:embed="rId2"/>
          <a:stretch>
            <a:fillRect/>
          </a:stretch>
        </p:blipFill>
        <p:spPr>
          <a:xfrm>
            <a:off x="916819" y="1384300"/>
            <a:ext cx="5709090" cy="4635500"/>
          </a:xfrm>
          <a:prstGeom prst="rect">
            <a:avLst/>
          </a:prstGeom>
        </p:spPr>
      </p:pic>
    </p:spTree>
    <p:extLst>
      <p:ext uri="{BB962C8B-B14F-4D97-AF65-F5344CB8AC3E}">
        <p14:creationId xmlns:p14="http://schemas.microsoft.com/office/powerpoint/2010/main" val="1640902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7CD4D-4D32-2CF0-0148-BB4EFFD725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550E46-AE4E-D798-013E-753E5A7B0392}"/>
              </a:ext>
            </a:extLst>
          </p:cNvPr>
          <p:cNvSpPr>
            <a:spLocks noGrp="1"/>
          </p:cNvSpPr>
          <p:nvPr>
            <p:ph type="title"/>
          </p:nvPr>
        </p:nvSpPr>
        <p:spPr>
          <a:xfrm>
            <a:off x="901700" y="365126"/>
            <a:ext cx="10452100" cy="1438274"/>
          </a:xfrm>
        </p:spPr>
        <p:txBody>
          <a:bodyPr>
            <a:normAutofit/>
          </a:bodyPr>
          <a:lstStyle/>
          <a:p>
            <a:r>
              <a:rPr lang="en-US" dirty="0"/>
              <a:t>Most Streamed Songs:</a:t>
            </a:r>
            <a:br>
              <a:rPr lang="en-US" dirty="0"/>
            </a:br>
            <a:r>
              <a:rPr lang="en-US" sz="3400" dirty="0">
                <a:solidFill>
                  <a:schemeClr val="accent2"/>
                </a:solidFill>
              </a:rPr>
              <a:t>Danceability / BPM Connection?: Not really…</a:t>
            </a:r>
          </a:p>
        </p:txBody>
      </p:sp>
      <p:pic>
        <p:nvPicPr>
          <p:cNvPr id="6" name="Picture 5">
            <a:extLst>
              <a:ext uri="{FF2B5EF4-FFF2-40B4-BE49-F238E27FC236}">
                <a16:creationId xmlns:a16="http://schemas.microsoft.com/office/drawing/2014/main" id="{138BE597-8FE1-164A-5601-3984C64339C5}"/>
              </a:ext>
            </a:extLst>
          </p:cNvPr>
          <p:cNvPicPr>
            <a:picLocks noChangeAspect="1"/>
          </p:cNvPicPr>
          <p:nvPr/>
        </p:nvPicPr>
        <p:blipFill>
          <a:blip r:embed="rId2"/>
          <a:stretch>
            <a:fillRect/>
          </a:stretch>
        </p:blipFill>
        <p:spPr>
          <a:xfrm>
            <a:off x="5392285" y="1803400"/>
            <a:ext cx="6487430" cy="3991532"/>
          </a:xfrm>
          <a:prstGeom prst="rect">
            <a:avLst/>
          </a:prstGeom>
        </p:spPr>
      </p:pic>
      <p:sp>
        <p:nvSpPr>
          <p:cNvPr id="7" name="Content Placeholder 1">
            <a:extLst>
              <a:ext uri="{FF2B5EF4-FFF2-40B4-BE49-F238E27FC236}">
                <a16:creationId xmlns:a16="http://schemas.microsoft.com/office/drawing/2014/main" id="{5F65E85B-947D-4BA8-8FDE-871490A46AF5}"/>
              </a:ext>
            </a:extLst>
          </p:cNvPr>
          <p:cNvSpPr txBox="1">
            <a:spLocks/>
          </p:cNvSpPr>
          <p:nvPr/>
        </p:nvSpPr>
        <p:spPr>
          <a:xfrm>
            <a:off x="901700" y="1803400"/>
            <a:ext cx="4749800" cy="437356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spcAft>
                <a:spcPts val="300"/>
              </a:spcAft>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scatter plot shows a dense cluster of songs around mid-range BPM and danceability, yet the overall correlation between the two variables is weak.</a:t>
            </a:r>
          </a:p>
          <a:p>
            <a:r>
              <a:rPr lang="en-US" dirty="0"/>
              <a:t>The slight downward trendline indicates that BPM alone has little influence on a song’s danceability, suggesting other factors play a more significant role.</a:t>
            </a:r>
            <a:endParaRPr lang="en-US" sz="2600" dirty="0"/>
          </a:p>
        </p:txBody>
      </p:sp>
    </p:spTree>
    <p:extLst>
      <p:ext uri="{BB962C8B-B14F-4D97-AF65-F5344CB8AC3E}">
        <p14:creationId xmlns:p14="http://schemas.microsoft.com/office/powerpoint/2010/main" val="3638048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4164E-FAF6-B14D-1EB1-55E1E1B1E3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7DDB4F-0D56-425B-9DB5-1D9FB34C2043}"/>
              </a:ext>
            </a:extLst>
          </p:cNvPr>
          <p:cNvSpPr>
            <a:spLocks noGrp="1"/>
          </p:cNvSpPr>
          <p:nvPr>
            <p:ph idx="1"/>
          </p:nvPr>
        </p:nvSpPr>
        <p:spPr>
          <a:xfrm>
            <a:off x="7416800" y="1384300"/>
            <a:ext cx="4381500" cy="5108574"/>
          </a:xfrm>
        </p:spPr>
        <p:txBody>
          <a:bodyPr>
            <a:normAutofit fontScale="92500" lnSpcReduction="10000"/>
          </a:bodyPr>
          <a:lstStyle/>
          <a:p>
            <a:pPr marL="0" indent="0">
              <a:spcAft>
                <a:spcPts val="600"/>
              </a:spcAft>
              <a:buNone/>
            </a:pPr>
            <a:r>
              <a:rPr lang="en-US" sz="2900" b="1" dirty="0">
                <a:solidFill>
                  <a:schemeClr val="accent2"/>
                </a:solidFill>
              </a:rPr>
              <a:t>Low key, not surprising</a:t>
            </a:r>
          </a:p>
          <a:p>
            <a:pPr>
              <a:spcAft>
                <a:spcPts val="600"/>
              </a:spcAft>
            </a:pPr>
            <a:r>
              <a:rPr lang="en-US" sz="2800" dirty="0"/>
              <a:t>The pie chart shows that the most streamed songs on Spotify favor sharp keys, with C# leading at 13.99%, followed by G# (11.19%) and F# (10.61%).</a:t>
            </a:r>
          </a:p>
          <a:p>
            <a:r>
              <a:rPr lang="en-US" sz="2800" dirty="0"/>
              <a:t>Keys like D# and A# are less common, suggesting that certain tonalities may resonate more with listeners and align with popular musical trends</a:t>
            </a:r>
            <a:r>
              <a:rPr lang="en-US" dirty="0"/>
              <a:t>.</a:t>
            </a:r>
            <a:endParaRPr lang="en-US" sz="2600" b="1" dirty="0">
              <a:solidFill>
                <a:schemeClr val="accent2"/>
              </a:solidFill>
            </a:endParaRPr>
          </a:p>
        </p:txBody>
      </p:sp>
      <p:sp>
        <p:nvSpPr>
          <p:cNvPr id="3" name="Title 2">
            <a:extLst>
              <a:ext uri="{FF2B5EF4-FFF2-40B4-BE49-F238E27FC236}">
                <a16:creationId xmlns:a16="http://schemas.microsoft.com/office/drawing/2014/main" id="{3D7B6BD9-6A40-9E3F-D902-57B2DBD438CF}"/>
              </a:ext>
            </a:extLst>
          </p:cNvPr>
          <p:cNvSpPr>
            <a:spLocks noGrp="1"/>
          </p:cNvSpPr>
          <p:nvPr>
            <p:ph type="title"/>
          </p:nvPr>
        </p:nvSpPr>
        <p:spPr>
          <a:xfrm>
            <a:off x="916819" y="365126"/>
            <a:ext cx="10436981" cy="768350"/>
          </a:xfrm>
        </p:spPr>
        <p:txBody>
          <a:bodyPr>
            <a:normAutofit/>
          </a:bodyPr>
          <a:lstStyle/>
          <a:p>
            <a:r>
              <a:rPr lang="en-US" dirty="0"/>
              <a:t>Most Streamed Songs Key Distribution</a:t>
            </a:r>
          </a:p>
        </p:txBody>
      </p:sp>
      <p:pic>
        <p:nvPicPr>
          <p:cNvPr id="6" name="Picture 5">
            <a:extLst>
              <a:ext uri="{FF2B5EF4-FFF2-40B4-BE49-F238E27FC236}">
                <a16:creationId xmlns:a16="http://schemas.microsoft.com/office/drawing/2014/main" id="{D86F8DF6-7635-E581-3985-DB0BED7F6395}"/>
              </a:ext>
            </a:extLst>
          </p:cNvPr>
          <p:cNvPicPr>
            <a:picLocks noChangeAspect="1"/>
          </p:cNvPicPr>
          <p:nvPr/>
        </p:nvPicPr>
        <p:blipFill>
          <a:blip r:embed="rId2"/>
          <a:stretch>
            <a:fillRect/>
          </a:stretch>
        </p:blipFill>
        <p:spPr>
          <a:xfrm>
            <a:off x="393700" y="1384300"/>
            <a:ext cx="6907670" cy="4337755"/>
          </a:xfrm>
          <a:prstGeom prst="rect">
            <a:avLst/>
          </a:prstGeom>
        </p:spPr>
      </p:pic>
    </p:spTree>
    <p:extLst>
      <p:ext uri="{BB962C8B-B14F-4D97-AF65-F5344CB8AC3E}">
        <p14:creationId xmlns:p14="http://schemas.microsoft.com/office/powerpoint/2010/main" val="248455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494E10-C339-E3E0-B1D7-A961A444D99B}"/>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BC8BE82-6B70-C7C0-515B-7A0DF893A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619310E5-D32F-E252-9A65-AAF68756052E}"/>
              </a:ext>
            </a:extLst>
          </p:cNvPr>
          <p:cNvSpPr>
            <a:spLocks noGrp="1"/>
          </p:cNvSpPr>
          <p:nvPr>
            <p:ph type="title"/>
          </p:nvPr>
        </p:nvSpPr>
        <p:spPr>
          <a:xfrm>
            <a:off x="346454" y="2128378"/>
            <a:ext cx="4704570" cy="1880197"/>
          </a:xfrm>
        </p:spPr>
        <p:txBody>
          <a:bodyPr vert="horz" lIns="91440" tIns="45720" rIns="91440" bIns="45720" rtlCol="0" anchor="t">
            <a:noAutofit/>
          </a:bodyPr>
          <a:lstStyle/>
          <a:p>
            <a:r>
              <a:rPr lang="en-US" sz="5000" dirty="0">
                <a:latin typeface="+mj-lt"/>
              </a:rPr>
              <a:t>Data Literacy</a:t>
            </a:r>
            <a:br>
              <a:rPr lang="en-US" sz="5000" dirty="0">
                <a:latin typeface="+mj-lt"/>
              </a:rPr>
            </a:br>
            <a:r>
              <a:rPr lang="en-US" sz="5000" dirty="0">
                <a:latin typeface="+mj-lt"/>
              </a:rPr>
              <a:t>Reflection</a:t>
            </a:r>
          </a:p>
        </p:txBody>
      </p:sp>
      <p:grpSp>
        <p:nvGrpSpPr>
          <p:cNvPr id="24" name="Group 23">
            <a:extLst>
              <a:ext uri="{FF2B5EF4-FFF2-40B4-BE49-F238E27FC236}">
                <a16:creationId xmlns:a16="http://schemas.microsoft.com/office/drawing/2014/main" id="{E98724B1-0D28-9CAE-2BE6-44BAF6E201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66957" y="2290257"/>
            <a:ext cx="5324737" cy="4559213"/>
            <a:chOff x="6852124" y="2290257"/>
            <a:chExt cx="5330118" cy="4559213"/>
          </a:xfrm>
        </p:grpSpPr>
        <p:sp>
          <p:nvSpPr>
            <p:cNvPr id="25" name="Freeform: Shape 24">
              <a:extLst>
                <a:ext uri="{FF2B5EF4-FFF2-40B4-BE49-F238E27FC236}">
                  <a16:creationId xmlns:a16="http://schemas.microsoft.com/office/drawing/2014/main" id="{6698A72B-9AFC-EE07-BCE6-2692B6C9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52124" y="2290257"/>
              <a:ext cx="5330118" cy="4559213"/>
            </a:xfrm>
            <a:custGeom>
              <a:avLst/>
              <a:gdLst>
                <a:gd name="connsiteX0" fmla="*/ 3444904 w 5330118"/>
                <a:gd name="connsiteY0" fmla="*/ 220 h 4559213"/>
                <a:gd name="connsiteX1" fmla="*/ 3769380 w 5330118"/>
                <a:gd name="connsiteY1" fmla="*/ 20786 h 4559213"/>
                <a:gd name="connsiteX2" fmla="*/ 4399652 w 5330118"/>
                <a:gd name="connsiteY2" fmla="*/ 157746 h 4559213"/>
                <a:gd name="connsiteX3" fmla="*/ 4978946 w 5330118"/>
                <a:gd name="connsiteY3" fmla="*/ 421156 h 4559213"/>
                <a:gd name="connsiteX4" fmla="*/ 5239909 w 5330118"/>
                <a:gd name="connsiteY4" fmla="*/ 596177 h 4559213"/>
                <a:gd name="connsiteX5" fmla="*/ 5330118 w 5330118"/>
                <a:gd name="connsiteY5" fmla="*/ 672101 h 4559213"/>
                <a:gd name="connsiteX6" fmla="*/ 5330118 w 5330118"/>
                <a:gd name="connsiteY6" fmla="*/ 817108 h 4559213"/>
                <a:gd name="connsiteX7" fmla="*/ 5165156 w 5330118"/>
                <a:gd name="connsiteY7" fmla="*/ 689392 h 4559213"/>
                <a:gd name="connsiteX8" fmla="*/ 4907074 w 5330118"/>
                <a:gd name="connsiteY8" fmla="*/ 537310 h 4559213"/>
                <a:gd name="connsiteX9" fmla="*/ 4344130 w 5330118"/>
                <a:gd name="connsiteY9" fmla="*/ 331280 h 4559213"/>
                <a:gd name="connsiteX10" fmla="*/ 3749396 w 5330118"/>
                <a:gd name="connsiteY10" fmla="*/ 251913 h 4559213"/>
                <a:gd name="connsiteX11" fmla="*/ 3153752 w 5330118"/>
                <a:gd name="connsiteY11" fmla="*/ 282158 h 4559213"/>
                <a:gd name="connsiteX12" fmla="*/ 2861381 w 5330118"/>
                <a:gd name="connsiteY12" fmla="*/ 336106 h 4559213"/>
                <a:gd name="connsiteX13" fmla="*/ 2574686 w 5330118"/>
                <a:gd name="connsiteY13" fmla="*/ 413220 h 4559213"/>
                <a:gd name="connsiteX14" fmla="*/ 2294918 w 5330118"/>
                <a:gd name="connsiteY14" fmla="*/ 511569 h 4559213"/>
                <a:gd name="connsiteX15" fmla="*/ 2023438 w 5330118"/>
                <a:gd name="connsiteY15" fmla="*/ 630404 h 4559213"/>
                <a:gd name="connsiteX16" fmla="*/ 1508751 w 5330118"/>
                <a:gd name="connsiteY16" fmla="*/ 922342 h 4559213"/>
                <a:gd name="connsiteX17" fmla="*/ 1387034 w 5330118"/>
                <a:gd name="connsiteY17" fmla="*/ 1006427 h 4559213"/>
                <a:gd name="connsiteX18" fmla="*/ 1327197 w 5330118"/>
                <a:gd name="connsiteY18" fmla="*/ 1049865 h 4559213"/>
                <a:gd name="connsiteX19" fmla="*/ 1268155 w 5330118"/>
                <a:gd name="connsiteY19" fmla="*/ 1094374 h 4559213"/>
                <a:gd name="connsiteX20" fmla="*/ 1040389 w 5330118"/>
                <a:gd name="connsiteY20" fmla="*/ 1283245 h 4559213"/>
                <a:gd name="connsiteX21" fmla="*/ 633794 w 5330118"/>
                <a:gd name="connsiteY21" fmla="*/ 1711714 h 4559213"/>
                <a:gd name="connsiteX22" fmla="*/ 460415 w 5330118"/>
                <a:gd name="connsiteY22" fmla="*/ 1950670 h 4559213"/>
                <a:gd name="connsiteX23" fmla="*/ 312810 w 5330118"/>
                <a:gd name="connsiteY23" fmla="*/ 2205715 h 4559213"/>
                <a:gd name="connsiteX24" fmla="*/ 280110 w 5330118"/>
                <a:gd name="connsiteY24" fmla="*/ 2271675 h 4559213"/>
                <a:gd name="connsiteX25" fmla="*/ 264214 w 5330118"/>
                <a:gd name="connsiteY25" fmla="*/ 2304923 h 4559213"/>
                <a:gd name="connsiteX26" fmla="*/ 249113 w 5330118"/>
                <a:gd name="connsiteY26" fmla="*/ 2338492 h 4559213"/>
                <a:gd name="connsiteX27" fmla="*/ 220272 w 5330118"/>
                <a:gd name="connsiteY27" fmla="*/ 2406168 h 4559213"/>
                <a:gd name="connsiteX28" fmla="*/ 193250 w 5330118"/>
                <a:gd name="connsiteY28" fmla="*/ 2474595 h 4559213"/>
                <a:gd name="connsiteX29" fmla="*/ 105368 w 5330118"/>
                <a:gd name="connsiteY29" fmla="*/ 2754843 h 4559213"/>
                <a:gd name="connsiteX30" fmla="*/ 34063 w 5330118"/>
                <a:gd name="connsiteY30" fmla="*/ 3335503 h 4559213"/>
                <a:gd name="connsiteX31" fmla="*/ 64038 w 5330118"/>
                <a:gd name="connsiteY31" fmla="*/ 3625404 h 4559213"/>
                <a:gd name="connsiteX32" fmla="*/ 155554 w 5330118"/>
                <a:gd name="connsiteY32" fmla="*/ 3902649 h 4559213"/>
                <a:gd name="connsiteX33" fmla="*/ 187118 w 5330118"/>
                <a:gd name="connsiteY33" fmla="*/ 3968931 h 4559213"/>
                <a:gd name="connsiteX34" fmla="*/ 222202 w 5330118"/>
                <a:gd name="connsiteY34" fmla="*/ 4033711 h 4559213"/>
                <a:gd name="connsiteX35" fmla="*/ 299980 w 5330118"/>
                <a:gd name="connsiteY35" fmla="*/ 4159303 h 4559213"/>
                <a:gd name="connsiteX36" fmla="*/ 385818 w 5330118"/>
                <a:gd name="connsiteY36" fmla="*/ 4280604 h 4559213"/>
                <a:gd name="connsiteX37" fmla="*/ 477786 w 5330118"/>
                <a:gd name="connsiteY37" fmla="*/ 4398474 h 4559213"/>
                <a:gd name="connsiteX38" fmla="*/ 609756 w 5330118"/>
                <a:gd name="connsiteY38" fmla="*/ 4559213 h 4559213"/>
                <a:gd name="connsiteX39" fmla="*/ 480825 w 5330118"/>
                <a:gd name="connsiteY39" fmla="*/ 4559213 h 4559213"/>
                <a:gd name="connsiteX40" fmla="*/ 404211 w 5330118"/>
                <a:gd name="connsiteY40" fmla="*/ 4446629 h 4559213"/>
                <a:gd name="connsiteX41" fmla="*/ 321439 w 5330118"/>
                <a:gd name="connsiteY41" fmla="*/ 4320180 h 4559213"/>
                <a:gd name="connsiteX42" fmla="*/ 242640 w 5330118"/>
                <a:gd name="connsiteY42" fmla="*/ 4190941 h 4559213"/>
                <a:gd name="connsiteX43" fmla="*/ 109909 w 5330118"/>
                <a:gd name="connsiteY43" fmla="*/ 3919809 h 4559213"/>
                <a:gd name="connsiteX44" fmla="*/ 26229 w 5330118"/>
                <a:gd name="connsiteY44" fmla="*/ 3632054 h 4559213"/>
                <a:gd name="connsiteX45" fmla="*/ 0 w 5330118"/>
                <a:gd name="connsiteY45" fmla="*/ 3335503 h 4559213"/>
                <a:gd name="connsiteX46" fmla="*/ 234352 w 5330118"/>
                <a:gd name="connsiteY46" fmla="*/ 2173647 h 4559213"/>
                <a:gd name="connsiteX47" fmla="*/ 360384 w 5330118"/>
                <a:gd name="connsiteY47" fmla="*/ 1898869 h 4559213"/>
                <a:gd name="connsiteX48" fmla="*/ 511282 w 5330118"/>
                <a:gd name="connsiteY48" fmla="*/ 1634172 h 4559213"/>
                <a:gd name="connsiteX49" fmla="*/ 884381 w 5330118"/>
                <a:gd name="connsiteY49" fmla="*/ 1143281 h 4559213"/>
                <a:gd name="connsiteX50" fmla="*/ 1104768 w 5330118"/>
                <a:gd name="connsiteY50" fmla="*/ 921806 h 4559213"/>
                <a:gd name="connsiteX51" fmla="*/ 1163128 w 5330118"/>
                <a:gd name="connsiteY51" fmla="*/ 869254 h 4559213"/>
                <a:gd name="connsiteX52" fmla="*/ 1222624 w 5330118"/>
                <a:gd name="connsiteY52" fmla="*/ 817773 h 4559213"/>
                <a:gd name="connsiteX53" fmla="*/ 1345591 w 5330118"/>
                <a:gd name="connsiteY53" fmla="*/ 718886 h 4559213"/>
                <a:gd name="connsiteX54" fmla="*/ 1883100 w 5330118"/>
                <a:gd name="connsiteY54" fmla="*/ 378362 h 4559213"/>
                <a:gd name="connsiteX55" fmla="*/ 3118895 w 5330118"/>
                <a:gd name="connsiteY55" fmla="*/ 13600 h 4559213"/>
                <a:gd name="connsiteX56" fmla="*/ 3444904 w 5330118"/>
                <a:gd name="connsiteY56" fmla="*/ 220 h 4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330118" h="4559213">
                  <a:moveTo>
                    <a:pt x="3444904" y="220"/>
                  </a:moveTo>
                  <a:cubicBezTo>
                    <a:pt x="3553706" y="1507"/>
                    <a:pt x="3662253" y="8452"/>
                    <a:pt x="3769380" y="20786"/>
                  </a:cubicBezTo>
                  <a:cubicBezTo>
                    <a:pt x="3983974" y="45668"/>
                    <a:pt x="4196072" y="90499"/>
                    <a:pt x="4399652" y="157746"/>
                  </a:cubicBezTo>
                  <a:cubicBezTo>
                    <a:pt x="4603235" y="224778"/>
                    <a:pt x="4797732" y="313798"/>
                    <a:pt x="4978946" y="421156"/>
                  </a:cubicBezTo>
                  <a:cubicBezTo>
                    <a:pt x="5069496" y="474943"/>
                    <a:pt x="5156611" y="533449"/>
                    <a:pt x="5239909" y="596177"/>
                  </a:cubicBezTo>
                  <a:lnTo>
                    <a:pt x="5330118" y="672101"/>
                  </a:lnTo>
                  <a:lnTo>
                    <a:pt x="5330118" y="817108"/>
                  </a:lnTo>
                  <a:lnTo>
                    <a:pt x="5165156" y="689392"/>
                  </a:lnTo>
                  <a:cubicBezTo>
                    <a:pt x="5082384" y="633729"/>
                    <a:pt x="4996431" y="582355"/>
                    <a:pt x="4907074" y="537310"/>
                  </a:cubicBezTo>
                  <a:cubicBezTo>
                    <a:pt x="4728926" y="446145"/>
                    <a:pt x="4538970" y="377933"/>
                    <a:pt x="4344130" y="331280"/>
                  </a:cubicBezTo>
                  <a:cubicBezTo>
                    <a:pt x="4149292" y="284518"/>
                    <a:pt x="3949571" y="258885"/>
                    <a:pt x="3749396" y="251913"/>
                  </a:cubicBezTo>
                  <a:cubicBezTo>
                    <a:pt x="3548993" y="243976"/>
                    <a:pt x="3350636" y="254701"/>
                    <a:pt x="3153752" y="282158"/>
                  </a:cubicBezTo>
                  <a:cubicBezTo>
                    <a:pt x="3055539" y="296422"/>
                    <a:pt x="2957892" y="314119"/>
                    <a:pt x="2861381" y="336106"/>
                  </a:cubicBezTo>
                  <a:cubicBezTo>
                    <a:pt x="2764870" y="358414"/>
                    <a:pt x="2669154" y="383833"/>
                    <a:pt x="2574686" y="413220"/>
                  </a:cubicBezTo>
                  <a:cubicBezTo>
                    <a:pt x="2480219" y="442499"/>
                    <a:pt x="2386888" y="475318"/>
                    <a:pt x="2294918" y="511569"/>
                  </a:cubicBezTo>
                  <a:cubicBezTo>
                    <a:pt x="2203063" y="547928"/>
                    <a:pt x="2112455" y="587610"/>
                    <a:pt x="2023438" y="630404"/>
                  </a:cubicBezTo>
                  <a:cubicBezTo>
                    <a:pt x="1845404" y="715883"/>
                    <a:pt x="1673274" y="813375"/>
                    <a:pt x="1508751" y="922342"/>
                  </a:cubicBezTo>
                  <a:cubicBezTo>
                    <a:pt x="1467763" y="949692"/>
                    <a:pt x="1426887" y="977470"/>
                    <a:pt x="1387034" y="1006427"/>
                  </a:cubicBezTo>
                  <a:cubicBezTo>
                    <a:pt x="1366824" y="1020585"/>
                    <a:pt x="1347067" y="1035279"/>
                    <a:pt x="1327197" y="1049865"/>
                  </a:cubicBezTo>
                  <a:cubicBezTo>
                    <a:pt x="1307213" y="1064343"/>
                    <a:pt x="1287571" y="1079252"/>
                    <a:pt x="1268155" y="1094374"/>
                  </a:cubicBezTo>
                  <a:cubicBezTo>
                    <a:pt x="1190152" y="1154757"/>
                    <a:pt x="1113851" y="1217392"/>
                    <a:pt x="1040389" y="1283245"/>
                  </a:cubicBezTo>
                  <a:cubicBezTo>
                    <a:pt x="893125" y="1414521"/>
                    <a:pt x="756533" y="1557701"/>
                    <a:pt x="633794" y="1711714"/>
                  </a:cubicBezTo>
                  <a:cubicBezTo>
                    <a:pt x="572480" y="1788721"/>
                    <a:pt x="514461" y="1868409"/>
                    <a:pt x="460415" y="1950670"/>
                  </a:cubicBezTo>
                  <a:cubicBezTo>
                    <a:pt x="407277" y="2033362"/>
                    <a:pt x="357091" y="2118091"/>
                    <a:pt x="312810" y="2205715"/>
                  </a:cubicBezTo>
                  <a:cubicBezTo>
                    <a:pt x="301342" y="2227488"/>
                    <a:pt x="290669" y="2249581"/>
                    <a:pt x="280110" y="2271675"/>
                  </a:cubicBezTo>
                  <a:lnTo>
                    <a:pt x="264214" y="2304923"/>
                  </a:lnTo>
                  <a:lnTo>
                    <a:pt x="249113" y="2338492"/>
                  </a:lnTo>
                  <a:cubicBezTo>
                    <a:pt x="239234" y="2360908"/>
                    <a:pt x="229243" y="2383324"/>
                    <a:pt x="220272" y="2406168"/>
                  </a:cubicBezTo>
                  <a:cubicBezTo>
                    <a:pt x="211302" y="2429012"/>
                    <a:pt x="201425" y="2451536"/>
                    <a:pt x="193250" y="2474595"/>
                  </a:cubicBezTo>
                  <a:cubicBezTo>
                    <a:pt x="158279" y="2566187"/>
                    <a:pt x="128643" y="2659711"/>
                    <a:pt x="105368" y="2754843"/>
                  </a:cubicBezTo>
                  <a:cubicBezTo>
                    <a:pt x="58134" y="2944678"/>
                    <a:pt x="33950" y="3140091"/>
                    <a:pt x="34063" y="3335503"/>
                  </a:cubicBezTo>
                  <a:cubicBezTo>
                    <a:pt x="34630" y="3432888"/>
                    <a:pt x="44282" y="3530058"/>
                    <a:pt x="64038" y="3625404"/>
                  </a:cubicBezTo>
                  <a:cubicBezTo>
                    <a:pt x="84817" y="3720536"/>
                    <a:pt x="114905" y="3813631"/>
                    <a:pt x="155554" y="3902649"/>
                  </a:cubicBezTo>
                  <a:cubicBezTo>
                    <a:pt x="165205" y="3925066"/>
                    <a:pt x="176446" y="3946945"/>
                    <a:pt x="187118" y="3968931"/>
                  </a:cubicBezTo>
                  <a:cubicBezTo>
                    <a:pt x="198700" y="3990597"/>
                    <a:pt x="209713" y="4012475"/>
                    <a:pt x="222202" y="4033711"/>
                  </a:cubicBezTo>
                  <a:cubicBezTo>
                    <a:pt x="246047" y="4076612"/>
                    <a:pt x="272615" y="4118225"/>
                    <a:pt x="299980" y="4159303"/>
                  </a:cubicBezTo>
                  <a:cubicBezTo>
                    <a:pt x="327230" y="4200488"/>
                    <a:pt x="356410" y="4240599"/>
                    <a:pt x="385818" y="4280604"/>
                  </a:cubicBezTo>
                  <a:cubicBezTo>
                    <a:pt x="415679" y="4320287"/>
                    <a:pt x="446676" y="4359434"/>
                    <a:pt x="477786" y="4398474"/>
                  </a:cubicBezTo>
                  <a:lnTo>
                    <a:pt x="609756" y="4559213"/>
                  </a:lnTo>
                  <a:lnTo>
                    <a:pt x="480825" y="4559213"/>
                  </a:lnTo>
                  <a:lnTo>
                    <a:pt x="404211" y="4446629"/>
                  </a:lnTo>
                  <a:cubicBezTo>
                    <a:pt x="376166" y="4404802"/>
                    <a:pt x="348461" y="4362759"/>
                    <a:pt x="321439" y="4320180"/>
                  </a:cubicBezTo>
                  <a:cubicBezTo>
                    <a:pt x="294415" y="4277601"/>
                    <a:pt x="267619" y="4234915"/>
                    <a:pt x="242640" y="4190941"/>
                  </a:cubicBezTo>
                  <a:cubicBezTo>
                    <a:pt x="192568" y="4103424"/>
                    <a:pt x="146584" y="4013334"/>
                    <a:pt x="109909" y="3919809"/>
                  </a:cubicBezTo>
                  <a:cubicBezTo>
                    <a:pt x="72554" y="3826608"/>
                    <a:pt x="44850" y="3729975"/>
                    <a:pt x="26229" y="3632054"/>
                  </a:cubicBezTo>
                  <a:cubicBezTo>
                    <a:pt x="8403" y="3534134"/>
                    <a:pt x="0" y="3434711"/>
                    <a:pt x="0" y="3335503"/>
                  </a:cubicBezTo>
                  <a:cubicBezTo>
                    <a:pt x="1476" y="2939959"/>
                    <a:pt x="82433" y="2545488"/>
                    <a:pt x="234352" y="2173647"/>
                  </a:cubicBezTo>
                  <a:cubicBezTo>
                    <a:pt x="272502" y="2080767"/>
                    <a:pt x="313831" y="1988745"/>
                    <a:pt x="360384" y="1898869"/>
                  </a:cubicBezTo>
                  <a:cubicBezTo>
                    <a:pt x="406255" y="1808669"/>
                    <a:pt x="456781" y="1720402"/>
                    <a:pt x="511282" y="1634172"/>
                  </a:cubicBezTo>
                  <a:cubicBezTo>
                    <a:pt x="620396" y="1461818"/>
                    <a:pt x="744951" y="1296973"/>
                    <a:pt x="884381" y="1143281"/>
                  </a:cubicBezTo>
                  <a:cubicBezTo>
                    <a:pt x="954438" y="1066703"/>
                    <a:pt x="1027559" y="992378"/>
                    <a:pt x="1104768" y="921806"/>
                  </a:cubicBezTo>
                  <a:cubicBezTo>
                    <a:pt x="1123956" y="904003"/>
                    <a:pt x="1143258" y="886414"/>
                    <a:pt x="1163128" y="869254"/>
                  </a:cubicBezTo>
                  <a:cubicBezTo>
                    <a:pt x="1182885" y="851985"/>
                    <a:pt x="1202300" y="834396"/>
                    <a:pt x="1222624" y="817773"/>
                  </a:cubicBezTo>
                  <a:cubicBezTo>
                    <a:pt x="1262819" y="783988"/>
                    <a:pt x="1304034" y="751277"/>
                    <a:pt x="1345591" y="718886"/>
                  </a:cubicBezTo>
                  <a:cubicBezTo>
                    <a:pt x="1512612" y="590184"/>
                    <a:pt x="1693030" y="476176"/>
                    <a:pt x="1883100" y="378362"/>
                  </a:cubicBezTo>
                  <a:cubicBezTo>
                    <a:pt x="2263126" y="182628"/>
                    <a:pt x="2685504" y="54677"/>
                    <a:pt x="3118895" y="13600"/>
                  </a:cubicBezTo>
                  <a:cubicBezTo>
                    <a:pt x="3227044" y="3304"/>
                    <a:pt x="3336102" y="-1067"/>
                    <a:pt x="3444904" y="22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78D36C15-0FEC-E138-567E-E78F1284E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4598" y="2512952"/>
              <a:ext cx="5307644" cy="4336518"/>
            </a:xfrm>
            <a:custGeom>
              <a:avLst/>
              <a:gdLst>
                <a:gd name="connsiteX0" fmla="*/ 5307644 w 5307644"/>
                <a:gd name="connsiteY0" fmla="*/ 4310537 h 4336518"/>
                <a:gd name="connsiteX1" fmla="*/ 5307644 w 5307644"/>
                <a:gd name="connsiteY1" fmla="*/ 4336518 h 4336518"/>
                <a:gd name="connsiteX2" fmla="*/ 5271469 w 5307644"/>
                <a:gd name="connsiteY2" fmla="*/ 4336518 h 4336518"/>
                <a:gd name="connsiteX3" fmla="*/ 3433280 w 5307644"/>
                <a:gd name="connsiteY3" fmla="*/ 1379 h 4336518"/>
                <a:gd name="connsiteX4" fmla="*/ 3739290 w 5307644"/>
                <a:gd name="connsiteY4" fmla="*/ 5668 h 4336518"/>
                <a:gd name="connsiteX5" fmla="*/ 4345494 w 5307644"/>
                <a:gd name="connsiteY5" fmla="*/ 94581 h 4336518"/>
                <a:gd name="connsiteX6" fmla="*/ 4922289 w 5307644"/>
                <a:gd name="connsiteY6" fmla="*/ 300933 h 4336518"/>
                <a:gd name="connsiteX7" fmla="*/ 5188801 w 5307644"/>
                <a:gd name="connsiteY7" fmla="*/ 449771 h 4336518"/>
                <a:gd name="connsiteX8" fmla="*/ 5307644 w 5307644"/>
                <a:gd name="connsiteY8" fmla="*/ 531018 h 4336518"/>
                <a:gd name="connsiteX9" fmla="*/ 5307644 w 5307644"/>
                <a:gd name="connsiteY9" fmla="*/ 868543 h 4336518"/>
                <a:gd name="connsiteX10" fmla="*/ 5256558 w 5307644"/>
                <a:gd name="connsiteY10" fmla="*/ 823998 h 4336518"/>
                <a:gd name="connsiteX11" fmla="*/ 4794554 w 5307644"/>
                <a:gd name="connsiteY11" fmla="*/ 538923 h 4336518"/>
                <a:gd name="connsiteX12" fmla="*/ 4274643 w 5307644"/>
                <a:gd name="connsiteY12" fmla="*/ 359921 h 4336518"/>
                <a:gd name="connsiteX13" fmla="*/ 3722940 w 5307644"/>
                <a:gd name="connsiteY13" fmla="*/ 285703 h 4336518"/>
                <a:gd name="connsiteX14" fmla="*/ 3163858 w 5307644"/>
                <a:gd name="connsiteY14" fmla="*/ 304579 h 4336518"/>
                <a:gd name="connsiteX15" fmla="*/ 2615108 w 5307644"/>
                <a:gd name="connsiteY15" fmla="*/ 413546 h 4336518"/>
                <a:gd name="connsiteX16" fmla="*/ 2090201 w 5307644"/>
                <a:gd name="connsiteY16" fmla="*/ 603167 h 4336518"/>
                <a:gd name="connsiteX17" fmla="*/ 1152228 w 5307644"/>
                <a:gd name="connsiteY17" fmla="*/ 1185758 h 4336518"/>
                <a:gd name="connsiteX18" fmla="*/ 768796 w 5307644"/>
                <a:gd name="connsiteY18" fmla="*/ 1574544 h 4336518"/>
                <a:gd name="connsiteX19" fmla="*/ 465637 w 5307644"/>
                <a:gd name="connsiteY19" fmla="*/ 2021033 h 4336518"/>
                <a:gd name="connsiteX20" fmla="*/ 259898 w 5307644"/>
                <a:gd name="connsiteY20" fmla="*/ 2514605 h 4336518"/>
                <a:gd name="connsiteX21" fmla="*/ 185075 w 5307644"/>
                <a:gd name="connsiteY21" fmla="*/ 3040781 h 4336518"/>
                <a:gd name="connsiteX22" fmla="*/ 216639 w 5307644"/>
                <a:gd name="connsiteY22" fmla="*/ 3298400 h 4336518"/>
                <a:gd name="connsiteX23" fmla="*/ 309857 w 5307644"/>
                <a:gd name="connsiteY23" fmla="*/ 3539393 h 4336518"/>
                <a:gd name="connsiteX24" fmla="*/ 374918 w 5307644"/>
                <a:gd name="connsiteY24" fmla="*/ 3652866 h 4336518"/>
                <a:gd name="connsiteX25" fmla="*/ 449628 w 5307644"/>
                <a:gd name="connsiteY25" fmla="*/ 3762691 h 4336518"/>
                <a:gd name="connsiteX26" fmla="*/ 622212 w 5307644"/>
                <a:gd name="connsiteY26" fmla="*/ 3974942 h 4336518"/>
                <a:gd name="connsiteX27" fmla="*/ 808989 w 5307644"/>
                <a:gd name="connsiteY27" fmla="*/ 4188802 h 4336518"/>
                <a:gd name="connsiteX28" fmla="*/ 901868 w 5307644"/>
                <a:gd name="connsiteY28" fmla="*/ 4300450 h 4336518"/>
                <a:gd name="connsiteX29" fmla="*/ 931233 w 5307644"/>
                <a:gd name="connsiteY29" fmla="*/ 4336518 h 4336518"/>
                <a:gd name="connsiteX30" fmla="*/ 512426 w 5307644"/>
                <a:gd name="connsiteY30" fmla="*/ 4336518 h 4336518"/>
                <a:gd name="connsiteX31" fmla="*/ 379799 w 5307644"/>
                <a:gd name="connsiteY31" fmla="*/ 4138930 h 4336518"/>
                <a:gd name="connsiteX32" fmla="*/ 226177 w 5307644"/>
                <a:gd name="connsiteY32" fmla="*/ 3891071 h 4336518"/>
                <a:gd name="connsiteX33" fmla="*/ 156916 w 5307644"/>
                <a:gd name="connsiteY33" fmla="*/ 3759688 h 4336518"/>
                <a:gd name="connsiteX34" fmla="*/ 98101 w 5307644"/>
                <a:gd name="connsiteY34" fmla="*/ 3622191 h 4336518"/>
                <a:gd name="connsiteX35" fmla="*/ 53025 w 5307644"/>
                <a:gd name="connsiteY35" fmla="*/ 3479547 h 4336518"/>
                <a:gd name="connsiteX36" fmla="*/ 36221 w 5307644"/>
                <a:gd name="connsiteY36" fmla="*/ 3406831 h 4336518"/>
                <a:gd name="connsiteX37" fmla="*/ 28841 w 5307644"/>
                <a:gd name="connsiteY37" fmla="*/ 3370365 h 4336518"/>
                <a:gd name="connsiteX38" fmla="*/ 22709 w 5307644"/>
                <a:gd name="connsiteY38" fmla="*/ 3333792 h 4336518"/>
                <a:gd name="connsiteX39" fmla="*/ 0 w 5307644"/>
                <a:gd name="connsiteY39" fmla="*/ 3040781 h 4336518"/>
                <a:gd name="connsiteX40" fmla="*/ 63017 w 5307644"/>
                <a:gd name="connsiteY40" fmla="*/ 2469880 h 4336518"/>
                <a:gd name="connsiteX41" fmla="*/ 252405 w 5307644"/>
                <a:gd name="connsiteY41" fmla="*/ 1922897 h 4336518"/>
                <a:gd name="connsiteX42" fmla="*/ 962499 w 5307644"/>
                <a:gd name="connsiteY42" fmla="*/ 993992 h 4336518"/>
                <a:gd name="connsiteX43" fmla="*/ 1433359 w 5307644"/>
                <a:gd name="connsiteY43" fmla="*/ 630088 h 4336518"/>
                <a:gd name="connsiteX44" fmla="*/ 1959628 w 5307644"/>
                <a:gd name="connsiteY44" fmla="*/ 341151 h 4336518"/>
                <a:gd name="connsiteX45" fmla="*/ 3127865 w 5307644"/>
                <a:gd name="connsiteY45" fmla="*/ 22508 h 4336518"/>
                <a:gd name="connsiteX46" fmla="*/ 3433280 w 5307644"/>
                <a:gd name="connsiteY46" fmla="*/ 1379 h 433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307644" h="4336518">
                  <a:moveTo>
                    <a:pt x="5307644" y="4310537"/>
                  </a:moveTo>
                  <a:lnTo>
                    <a:pt x="5307644" y="4336518"/>
                  </a:lnTo>
                  <a:lnTo>
                    <a:pt x="5271469" y="4336518"/>
                  </a:lnTo>
                  <a:close/>
                  <a:moveTo>
                    <a:pt x="3433280" y="1379"/>
                  </a:moveTo>
                  <a:cubicBezTo>
                    <a:pt x="3535397" y="-1410"/>
                    <a:pt x="3637614" y="38"/>
                    <a:pt x="3739290" y="5668"/>
                  </a:cubicBezTo>
                  <a:cubicBezTo>
                    <a:pt x="3942986" y="17360"/>
                    <a:pt x="4146567" y="45995"/>
                    <a:pt x="4345494" y="94581"/>
                  </a:cubicBezTo>
                  <a:cubicBezTo>
                    <a:pt x="4544420" y="143059"/>
                    <a:pt x="4738691" y="211700"/>
                    <a:pt x="4922289" y="300933"/>
                  </a:cubicBezTo>
                  <a:cubicBezTo>
                    <a:pt x="5013975" y="345550"/>
                    <a:pt x="5103219" y="395127"/>
                    <a:pt x="5188801" y="449771"/>
                  </a:cubicBezTo>
                  <a:lnTo>
                    <a:pt x="5307644" y="531018"/>
                  </a:lnTo>
                  <a:lnTo>
                    <a:pt x="5307644" y="868543"/>
                  </a:lnTo>
                  <a:lnTo>
                    <a:pt x="5256558" y="823998"/>
                  </a:lnTo>
                  <a:cubicBezTo>
                    <a:pt x="5114289" y="712993"/>
                    <a:pt x="4959758" y="616466"/>
                    <a:pt x="4794554" y="538923"/>
                  </a:cubicBezTo>
                  <a:cubicBezTo>
                    <a:pt x="4629462" y="461166"/>
                    <a:pt x="4454722" y="401534"/>
                    <a:pt x="4274643" y="359921"/>
                  </a:cubicBezTo>
                  <a:cubicBezTo>
                    <a:pt x="4094566" y="318200"/>
                    <a:pt x="3909491" y="294176"/>
                    <a:pt x="3722940" y="285703"/>
                  </a:cubicBezTo>
                  <a:cubicBezTo>
                    <a:pt x="3536050" y="276800"/>
                    <a:pt x="3349387" y="282700"/>
                    <a:pt x="3163858" y="304579"/>
                  </a:cubicBezTo>
                  <a:cubicBezTo>
                    <a:pt x="2978444" y="326565"/>
                    <a:pt x="2794732" y="363353"/>
                    <a:pt x="2615108" y="413546"/>
                  </a:cubicBezTo>
                  <a:cubicBezTo>
                    <a:pt x="2435370" y="463526"/>
                    <a:pt x="2260060" y="528198"/>
                    <a:pt x="2090201" y="603167"/>
                  </a:cubicBezTo>
                  <a:cubicBezTo>
                    <a:pt x="1749461" y="751496"/>
                    <a:pt x="1431316" y="948195"/>
                    <a:pt x="1152228" y="1185758"/>
                  </a:cubicBezTo>
                  <a:cubicBezTo>
                    <a:pt x="1013139" y="1304915"/>
                    <a:pt x="884268" y="1434903"/>
                    <a:pt x="768796" y="1574544"/>
                  </a:cubicBezTo>
                  <a:cubicBezTo>
                    <a:pt x="653096" y="1713971"/>
                    <a:pt x="551021" y="1863481"/>
                    <a:pt x="465637" y="2021033"/>
                  </a:cubicBezTo>
                  <a:cubicBezTo>
                    <a:pt x="380253" y="2178478"/>
                    <a:pt x="309176" y="2343324"/>
                    <a:pt x="259898" y="2514605"/>
                  </a:cubicBezTo>
                  <a:cubicBezTo>
                    <a:pt x="210508" y="2685457"/>
                    <a:pt x="184960" y="2863065"/>
                    <a:pt x="185075" y="3040781"/>
                  </a:cubicBezTo>
                  <a:cubicBezTo>
                    <a:pt x="186096" y="3128084"/>
                    <a:pt x="195180" y="3214743"/>
                    <a:pt x="216639" y="3298400"/>
                  </a:cubicBezTo>
                  <a:cubicBezTo>
                    <a:pt x="237759" y="3382163"/>
                    <a:pt x="270572" y="3462280"/>
                    <a:pt x="309857" y="3539393"/>
                  </a:cubicBezTo>
                  <a:cubicBezTo>
                    <a:pt x="329727" y="3577897"/>
                    <a:pt x="351755" y="3615649"/>
                    <a:pt x="374918" y="3652866"/>
                  </a:cubicBezTo>
                  <a:cubicBezTo>
                    <a:pt x="398420" y="3689974"/>
                    <a:pt x="423514" y="3726548"/>
                    <a:pt x="449628" y="3762691"/>
                  </a:cubicBezTo>
                  <a:cubicBezTo>
                    <a:pt x="502539" y="3834764"/>
                    <a:pt x="561354" y="3904692"/>
                    <a:pt x="622212" y="3974942"/>
                  </a:cubicBezTo>
                  <a:cubicBezTo>
                    <a:pt x="683071" y="4045299"/>
                    <a:pt x="746655" y="4115657"/>
                    <a:pt x="808989" y="4188802"/>
                  </a:cubicBezTo>
                  <a:cubicBezTo>
                    <a:pt x="840214" y="4225267"/>
                    <a:pt x="871097" y="4262591"/>
                    <a:pt x="901868" y="4300450"/>
                  </a:cubicBezTo>
                  <a:lnTo>
                    <a:pt x="931233" y="4336518"/>
                  </a:lnTo>
                  <a:lnTo>
                    <a:pt x="512426" y="4336518"/>
                  </a:lnTo>
                  <a:lnTo>
                    <a:pt x="379799" y="4138930"/>
                  </a:lnTo>
                  <a:cubicBezTo>
                    <a:pt x="327002" y="4059028"/>
                    <a:pt x="274886" y="3976765"/>
                    <a:pt x="226177" y="3891071"/>
                  </a:cubicBezTo>
                  <a:cubicBezTo>
                    <a:pt x="201878" y="3848171"/>
                    <a:pt x="178376" y="3804519"/>
                    <a:pt x="156916" y="3759688"/>
                  </a:cubicBezTo>
                  <a:cubicBezTo>
                    <a:pt x="135570" y="3714750"/>
                    <a:pt x="115700" y="3668954"/>
                    <a:pt x="98101" y="3622191"/>
                  </a:cubicBezTo>
                  <a:cubicBezTo>
                    <a:pt x="80842" y="3575323"/>
                    <a:pt x="65514" y="3527810"/>
                    <a:pt x="53025" y="3479547"/>
                  </a:cubicBezTo>
                  <a:cubicBezTo>
                    <a:pt x="47121" y="3455416"/>
                    <a:pt x="41103" y="3431176"/>
                    <a:pt x="36221" y="3406831"/>
                  </a:cubicBezTo>
                  <a:lnTo>
                    <a:pt x="28841" y="3370365"/>
                  </a:lnTo>
                  <a:lnTo>
                    <a:pt x="22709" y="3333792"/>
                  </a:lnTo>
                  <a:cubicBezTo>
                    <a:pt x="6700" y="3236194"/>
                    <a:pt x="0" y="3138058"/>
                    <a:pt x="0" y="3040781"/>
                  </a:cubicBezTo>
                  <a:cubicBezTo>
                    <a:pt x="454" y="2849337"/>
                    <a:pt x="21687" y="2657893"/>
                    <a:pt x="63017" y="2469880"/>
                  </a:cubicBezTo>
                  <a:cubicBezTo>
                    <a:pt x="104233" y="2281976"/>
                    <a:pt x="167362" y="2097718"/>
                    <a:pt x="252405" y="1922897"/>
                  </a:cubicBezTo>
                  <a:cubicBezTo>
                    <a:pt x="423286" y="1573257"/>
                    <a:pt x="670922" y="1260405"/>
                    <a:pt x="962499" y="993992"/>
                  </a:cubicBezTo>
                  <a:cubicBezTo>
                    <a:pt x="1108628" y="860786"/>
                    <a:pt x="1266566" y="739269"/>
                    <a:pt x="1433359" y="630088"/>
                  </a:cubicBezTo>
                  <a:cubicBezTo>
                    <a:pt x="1600380" y="521013"/>
                    <a:pt x="1776144" y="423843"/>
                    <a:pt x="1959628" y="341151"/>
                  </a:cubicBezTo>
                  <a:cubicBezTo>
                    <a:pt x="2327051" y="176950"/>
                    <a:pt x="2722633" y="68411"/>
                    <a:pt x="3127865" y="22508"/>
                  </a:cubicBezTo>
                  <a:cubicBezTo>
                    <a:pt x="3229145" y="11193"/>
                    <a:pt x="3331163" y="4168"/>
                    <a:pt x="3433280" y="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3D46D577-7AB0-77D6-F1AE-A009B4FE2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4026353 h 4311738"/>
                <a:gd name="connsiteX1" fmla="*/ 5308830 w 5308830"/>
                <a:gd name="connsiteY1" fmla="*/ 4311738 h 4311738"/>
                <a:gd name="connsiteX2" fmla="*/ 4948051 w 5308830"/>
                <a:gd name="connsiteY2" fmla="*/ 4311738 h 4311738"/>
                <a:gd name="connsiteX3" fmla="*/ 5002803 w 5308830"/>
                <a:gd name="connsiteY3" fmla="*/ 4271506 h 4311738"/>
                <a:gd name="connsiteX4" fmla="*/ 5221147 w 5308830"/>
                <a:gd name="connsiteY4" fmla="*/ 4102386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314056 h 4311738"/>
                <a:gd name="connsiteX9" fmla="*/ 5241798 w 5308830"/>
                <a:gd name="connsiteY9" fmla="*/ 1229961 h 4311738"/>
                <a:gd name="connsiteX10" fmla="*/ 4547599 w 5308830"/>
                <a:gd name="connsiteY10" fmla="*/ 723841 h 4311738"/>
                <a:gd name="connsiteX11" fmla="*/ 3595773 w 5308830"/>
                <a:gd name="connsiteY11" fmla="*/ 536258 h 4311738"/>
                <a:gd name="connsiteX12" fmla="*/ 2484874 w 5308830"/>
                <a:gd name="connsiteY12" fmla="*/ 738106 h 4311738"/>
                <a:gd name="connsiteX13" fmla="*/ 1497964 w 5308830"/>
                <a:gd name="connsiteY13" fmla="*/ 1292596 h 4311738"/>
                <a:gd name="connsiteX14" fmla="*/ 815348 w 5308830"/>
                <a:gd name="connsiteY14" fmla="*/ 2092157 h 4311738"/>
                <a:gd name="connsiteX15" fmla="*/ 567825 w 5308830"/>
                <a:gd name="connsiteY15" fmla="*/ 3022671 h 4311738"/>
                <a:gd name="connsiteX16" fmla="*/ 977486 w 5308830"/>
                <a:gd name="connsiteY16" fmla="*/ 3886690 h 4311738"/>
                <a:gd name="connsiteX17" fmla="*/ 1183907 w 5308830"/>
                <a:gd name="connsiteY17" fmla="*/ 4160932 h 4311738"/>
                <a:gd name="connsiteX18" fmla="*/ 1285607 w 5308830"/>
                <a:gd name="connsiteY18" fmla="*/ 4296799 h 4311738"/>
                <a:gd name="connsiteX19" fmla="*/ 1297817 w 5308830"/>
                <a:gd name="connsiteY19" fmla="*/ 4311738 h 4311738"/>
                <a:gd name="connsiteX20" fmla="*/ 602176 w 5308830"/>
                <a:gd name="connsiteY20" fmla="*/ 4311738 h 4311738"/>
                <a:gd name="connsiteX21" fmla="*/ 583893 w 5308830"/>
                <a:gd name="connsiteY21" fmla="*/ 4287205 h 4311738"/>
                <a:gd name="connsiteX22" fmla="*/ 0 w 5308830"/>
                <a:gd name="connsiteY22" fmla="*/ 3022564 h 4311738"/>
                <a:gd name="connsiteX23" fmla="*/ 3595773 w 5308830"/>
                <a:gd name="connsiteY23"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08830" h="4311738">
                  <a:moveTo>
                    <a:pt x="5308830" y="4026353"/>
                  </a:moveTo>
                  <a:lnTo>
                    <a:pt x="5308830" y="4311738"/>
                  </a:lnTo>
                  <a:lnTo>
                    <a:pt x="4948051" y="4311738"/>
                  </a:lnTo>
                  <a:lnTo>
                    <a:pt x="5002803" y="4271506"/>
                  </a:lnTo>
                  <a:cubicBezTo>
                    <a:pt x="5078400" y="4214990"/>
                    <a:pt x="5151610" y="4158780"/>
                    <a:pt x="5221147" y="4102386"/>
                  </a:cubicBezTo>
                  <a:close/>
                  <a:moveTo>
                    <a:pt x="3595773" y="0"/>
                  </a:moveTo>
                  <a:cubicBezTo>
                    <a:pt x="4261231" y="0"/>
                    <a:pt x="4825666" y="190293"/>
                    <a:pt x="5271266" y="516192"/>
                  </a:cubicBezTo>
                  <a:lnTo>
                    <a:pt x="5308830" y="546905"/>
                  </a:lnTo>
                  <a:lnTo>
                    <a:pt x="5308830" y="1314056"/>
                  </a:lnTo>
                  <a:lnTo>
                    <a:pt x="5241798" y="1229961"/>
                  </a:lnTo>
                  <a:cubicBezTo>
                    <a:pt x="5047072" y="1010846"/>
                    <a:pt x="4813516" y="840530"/>
                    <a:pt x="4547599" y="723841"/>
                  </a:cubicBezTo>
                  <a:cubicBezTo>
                    <a:pt x="4263856" y="599429"/>
                    <a:pt x="3943667" y="536258"/>
                    <a:pt x="3595773" y="536258"/>
                  </a:cubicBezTo>
                  <a:cubicBezTo>
                    <a:pt x="3226761" y="536258"/>
                    <a:pt x="2852980" y="604041"/>
                    <a:pt x="2484874" y="738106"/>
                  </a:cubicBezTo>
                  <a:cubicBezTo>
                    <a:pt x="2126422" y="868309"/>
                    <a:pt x="1785227" y="1060075"/>
                    <a:pt x="1497964" y="1292596"/>
                  </a:cubicBezTo>
                  <a:cubicBezTo>
                    <a:pt x="1205707" y="1529085"/>
                    <a:pt x="976010" y="1798180"/>
                    <a:pt x="815348" y="2092157"/>
                  </a:cubicBezTo>
                  <a:cubicBezTo>
                    <a:pt x="651166" y="2392675"/>
                    <a:pt x="567825" y="2705743"/>
                    <a:pt x="567825" y="3022671"/>
                  </a:cubicBezTo>
                  <a:cubicBezTo>
                    <a:pt x="567825" y="3341852"/>
                    <a:pt x="700784" y="3528255"/>
                    <a:pt x="977486" y="3886690"/>
                  </a:cubicBezTo>
                  <a:cubicBezTo>
                    <a:pt x="1044249" y="3973134"/>
                    <a:pt x="1113283" y="4062582"/>
                    <a:pt x="1183907" y="4160932"/>
                  </a:cubicBezTo>
                  <a:cubicBezTo>
                    <a:pt x="1217636" y="4207895"/>
                    <a:pt x="1251520" y="4253175"/>
                    <a:pt x="1285607" y="4296799"/>
                  </a:cubicBezTo>
                  <a:lnTo>
                    <a:pt x="1297817"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94C417AE-7DA2-2356-A4C0-48B8D73CA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3880900 h 4311738"/>
                <a:gd name="connsiteX1" fmla="*/ 5308830 w 5308830"/>
                <a:gd name="connsiteY1" fmla="*/ 4311738 h 4311738"/>
                <a:gd name="connsiteX2" fmla="*/ 4763109 w 5308830"/>
                <a:gd name="connsiteY2" fmla="*/ 4311738 h 4311738"/>
                <a:gd name="connsiteX3" fmla="*/ 4929066 w 5308830"/>
                <a:gd name="connsiteY3" fmla="*/ 4189789 h 4311738"/>
                <a:gd name="connsiteX4" fmla="*/ 5142959 w 5308830"/>
                <a:gd name="connsiteY4" fmla="*/ 4024320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498438 h 4311738"/>
                <a:gd name="connsiteX9" fmla="*/ 5289422 w 5308830"/>
                <a:gd name="connsiteY9" fmla="*/ 1468062 h 4311738"/>
                <a:gd name="connsiteX10" fmla="*/ 5154710 w 5308830"/>
                <a:gd name="connsiteY10" fmla="*/ 1298924 h 4311738"/>
                <a:gd name="connsiteX11" fmla="*/ 4499685 w 5308830"/>
                <a:gd name="connsiteY11" fmla="*/ 821118 h 4311738"/>
                <a:gd name="connsiteX12" fmla="*/ 3595773 w 5308830"/>
                <a:gd name="connsiteY12" fmla="*/ 643510 h 4311738"/>
                <a:gd name="connsiteX13" fmla="*/ 2525523 w 5308830"/>
                <a:gd name="connsiteY13" fmla="*/ 838172 h 4311738"/>
                <a:gd name="connsiteX14" fmla="*/ 1571767 w 5308830"/>
                <a:gd name="connsiteY14" fmla="*/ 1374000 h 4311738"/>
                <a:gd name="connsiteX15" fmla="*/ 916173 w 5308830"/>
                <a:gd name="connsiteY15" fmla="*/ 2141277 h 4311738"/>
                <a:gd name="connsiteX16" fmla="*/ 681254 w 5308830"/>
                <a:gd name="connsiteY16" fmla="*/ 3022671 h 4311738"/>
                <a:gd name="connsiteX17" fmla="*/ 1069115 w 5308830"/>
                <a:gd name="connsiteY17" fmla="*/ 3823519 h 4311738"/>
                <a:gd name="connsiteX18" fmla="*/ 1277807 w 5308830"/>
                <a:gd name="connsiteY18" fmla="*/ 4100764 h 4311738"/>
                <a:gd name="connsiteX19" fmla="*/ 1373308 w 5308830"/>
                <a:gd name="connsiteY19" fmla="*/ 4228488 h 4311738"/>
                <a:gd name="connsiteX20" fmla="*/ 1441062 w 5308830"/>
                <a:gd name="connsiteY20" fmla="*/ 4311738 h 4311738"/>
                <a:gd name="connsiteX21" fmla="*/ 602176 w 5308830"/>
                <a:gd name="connsiteY21" fmla="*/ 4311738 h 4311738"/>
                <a:gd name="connsiteX22" fmla="*/ 583893 w 5308830"/>
                <a:gd name="connsiteY22" fmla="*/ 4287205 h 4311738"/>
                <a:gd name="connsiteX23" fmla="*/ 0 w 5308830"/>
                <a:gd name="connsiteY23" fmla="*/ 3022564 h 4311738"/>
                <a:gd name="connsiteX24" fmla="*/ 3595773 w 5308830"/>
                <a:gd name="connsiteY24"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08830" h="4311738">
                  <a:moveTo>
                    <a:pt x="5308830" y="3880900"/>
                  </a:moveTo>
                  <a:lnTo>
                    <a:pt x="5308830" y="4311738"/>
                  </a:lnTo>
                  <a:lnTo>
                    <a:pt x="4763109" y="4311738"/>
                  </a:lnTo>
                  <a:lnTo>
                    <a:pt x="4929066" y="4189789"/>
                  </a:lnTo>
                  <a:cubicBezTo>
                    <a:pt x="5003230" y="4134367"/>
                    <a:pt x="5074975" y="4079340"/>
                    <a:pt x="5142959" y="4024320"/>
                  </a:cubicBezTo>
                  <a:close/>
                  <a:moveTo>
                    <a:pt x="3595773" y="0"/>
                  </a:moveTo>
                  <a:cubicBezTo>
                    <a:pt x="4261231" y="0"/>
                    <a:pt x="4825666" y="190293"/>
                    <a:pt x="5271266" y="516192"/>
                  </a:cubicBezTo>
                  <a:lnTo>
                    <a:pt x="5308830" y="546905"/>
                  </a:lnTo>
                  <a:lnTo>
                    <a:pt x="5308830" y="1498438"/>
                  </a:lnTo>
                  <a:lnTo>
                    <a:pt x="5289422" y="1468062"/>
                  </a:lnTo>
                  <a:cubicBezTo>
                    <a:pt x="5247242" y="1408963"/>
                    <a:pt x="5202313" y="1352510"/>
                    <a:pt x="5154710" y="1298924"/>
                  </a:cubicBezTo>
                  <a:cubicBezTo>
                    <a:pt x="4970772" y="1091928"/>
                    <a:pt x="4750500" y="931159"/>
                    <a:pt x="4499685" y="821118"/>
                  </a:cubicBezTo>
                  <a:cubicBezTo>
                    <a:pt x="4231156" y="703248"/>
                    <a:pt x="3926977" y="643510"/>
                    <a:pt x="3595773" y="643510"/>
                  </a:cubicBezTo>
                  <a:cubicBezTo>
                    <a:pt x="3245836" y="643510"/>
                    <a:pt x="2875688" y="710757"/>
                    <a:pt x="2525523" y="838172"/>
                  </a:cubicBezTo>
                  <a:cubicBezTo>
                    <a:pt x="2179105" y="964084"/>
                    <a:pt x="1849265" y="1149415"/>
                    <a:pt x="1571767" y="1374000"/>
                  </a:cubicBezTo>
                  <a:cubicBezTo>
                    <a:pt x="1294611" y="1598264"/>
                    <a:pt x="1067980" y="1863603"/>
                    <a:pt x="916173" y="2141277"/>
                  </a:cubicBezTo>
                  <a:cubicBezTo>
                    <a:pt x="760280" y="2426459"/>
                    <a:pt x="681254" y="2723010"/>
                    <a:pt x="681254" y="3022671"/>
                  </a:cubicBezTo>
                  <a:cubicBezTo>
                    <a:pt x="681254" y="3309032"/>
                    <a:pt x="800134" y="3475166"/>
                    <a:pt x="1069115" y="3823519"/>
                  </a:cubicBezTo>
                  <a:cubicBezTo>
                    <a:pt x="1136445" y="3910714"/>
                    <a:pt x="1206047" y="4000912"/>
                    <a:pt x="1277807" y="4100764"/>
                  </a:cubicBezTo>
                  <a:cubicBezTo>
                    <a:pt x="1309528" y="4144925"/>
                    <a:pt x="1341351" y="4187490"/>
                    <a:pt x="1373308" y="4228488"/>
                  </a:cubicBezTo>
                  <a:lnTo>
                    <a:pt x="1441062"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688601E8-EF89-080F-354B-148CFDCD97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3758" y="0"/>
            <a:ext cx="5081407" cy="3133064"/>
            <a:chOff x="5907711" y="0"/>
            <a:chExt cx="5081407" cy="3133064"/>
          </a:xfrm>
          <a:solidFill>
            <a:schemeClr val="accent5">
              <a:alpha val="5000"/>
            </a:schemeClr>
          </a:solidFill>
        </p:grpSpPr>
        <p:sp>
          <p:nvSpPr>
            <p:cNvPr id="23" name="Freeform: Shape 22">
              <a:extLst>
                <a:ext uri="{FF2B5EF4-FFF2-40B4-BE49-F238E27FC236}">
                  <a16:creationId xmlns:a16="http://schemas.microsoft.com/office/drawing/2014/main" id="{1DCC68E0-0CF2-61D3-0273-F1F53E310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9200" y="0"/>
              <a:ext cx="5069918" cy="3111852"/>
            </a:xfrm>
            <a:custGeom>
              <a:avLst/>
              <a:gdLst>
                <a:gd name="connsiteX0" fmla="*/ 145909 w 5069918"/>
                <a:gd name="connsiteY0" fmla="*/ 0 h 3111852"/>
                <a:gd name="connsiteX1" fmla="*/ 205279 w 5069918"/>
                <a:gd name="connsiteY1" fmla="*/ 0 h 3111852"/>
                <a:gd name="connsiteX2" fmla="*/ 202868 w 5069918"/>
                <a:gd name="connsiteY2" fmla="*/ 5043 h 3111852"/>
                <a:gd name="connsiteX3" fmla="*/ 191273 w 5069918"/>
                <a:gd name="connsiteY3" fmla="*/ 30818 h 3111852"/>
                <a:gd name="connsiteX4" fmla="*/ 169129 w 5069918"/>
                <a:gd name="connsiteY4" fmla="*/ 82781 h 3111852"/>
                <a:gd name="connsiteX5" fmla="*/ 148381 w 5069918"/>
                <a:gd name="connsiteY5" fmla="*/ 135320 h 3111852"/>
                <a:gd name="connsiteX6" fmla="*/ 80903 w 5069918"/>
                <a:gd name="connsiteY6" fmla="*/ 350499 h 3111852"/>
                <a:gd name="connsiteX7" fmla="*/ 26154 w 5069918"/>
                <a:gd name="connsiteY7" fmla="*/ 796339 h 3111852"/>
                <a:gd name="connsiteX8" fmla="*/ 49170 w 5069918"/>
                <a:gd name="connsiteY8" fmla="*/ 1018931 h 3111852"/>
                <a:gd name="connsiteX9" fmla="*/ 119437 w 5069918"/>
                <a:gd name="connsiteY9" fmla="*/ 1231804 h 3111852"/>
                <a:gd name="connsiteX10" fmla="*/ 143672 w 5069918"/>
                <a:gd name="connsiteY10" fmla="*/ 1282696 h 3111852"/>
                <a:gd name="connsiteX11" fmla="*/ 170611 w 5069918"/>
                <a:gd name="connsiteY11" fmla="*/ 1332436 h 3111852"/>
                <a:gd name="connsiteX12" fmla="*/ 230330 w 5069918"/>
                <a:gd name="connsiteY12" fmla="*/ 1428867 h 3111852"/>
                <a:gd name="connsiteX13" fmla="*/ 296237 w 5069918"/>
                <a:gd name="connsiteY13" fmla="*/ 1522004 h 3111852"/>
                <a:gd name="connsiteX14" fmla="*/ 366853 w 5069918"/>
                <a:gd name="connsiteY14" fmla="*/ 1612506 h 3111852"/>
                <a:gd name="connsiteX15" fmla="*/ 513838 w 5069918"/>
                <a:gd name="connsiteY15" fmla="*/ 1791535 h 3111852"/>
                <a:gd name="connsiteX16" fmla="*/ 587330 w 5069918"/>
                <a:gd name="connsiteY16" fmla="*/ 1882283 h 3111852"/>
                <a:gd name="connsiteX17" fmla="*/ 658817 w 5069918"/>
                <a:gd name="connsiteY17" fmla="*/ 1974186 h 3111852"/>
                <a:gd name="connsiteX18" fmla="*/ 730305 w 5069918"/>
                <a:gd name="connsiteY18" fmla="*/ 2062959 h 3111852"/>
                <a:gd name="connsiteX19" fmla="*/ 805018 w 5069918"/>
                <a:gd name="connsiteY19" fmla="*/ 2148685 h 3111852"/>
                <a:gd name="connsiteX20" fmla="*/ 963424 w 5069918"/>
                <a:gd name="connsiteY20" fmla="*/ 2310337 h 3111852"/>
                <a:gd name="connsiteX21" fmla="*/ 1319204 w 5069918"/>
                <a:gd name="connsiteY21" fmla="*/ 2580196 h 3111852"/>
                <a:gd name="connsiteX22" fmla="*/ 1515882 w 5069918"/>
                <a:gd name="connsiteY22" fmla="*/ 2681651 h 3111852"/>
                <a:gd name="connsiteX23" fmla="*/ 1723456 w 5069918"/>
                <a:gd name="connsiteY23" fmla="*/ 2758319 h 3111852"/>
                <a:gd name="connsiteX24" fmla="*/ 1939662 w 5069918"/>
                <a:gd name="connsiteY24" fmla="*/ 2811269 h 3111852"/>
                <a:gd name="connsiteX25" fmla="*/ 2162581 w 5069918"/>
                <a:gd name="connsiteY25" fmla="*/ 2840916 h 3111852"/>
                <a:gd name="connsiteX26" fmla="*/ 2389597 w 5069918"/>
                <a:gd name="connsiteY26" fmla="*/ 2850221 h 3111852"/>
                <a:gd name="connsiteX27" fmla="*/ 2446002 w 5069918"/>
                <a:gd name="connsiteY27" fmla="*/ 2849808 h 3111852"/>
                <a:gd name="connsiteX28" fmla="*/ 2473638 w 5069918"/>
                <a:gd name="connsiteY28" fmla="*/ 2849151 h 3111852"/>
                <a:gd name="connsiteX29" fmla="*/ 2501187 w 5069918"/>
                <a:gd name="connsiteY29" fmla="*/ 2847832 h 3111852"/>
                <a:gd name="connsiteX30" fmla="*/ 2610685 w 5069918"/>
                <a:gd name="connsiteY30" fmla="*/ 2838774 h 3111852"/>
                <a:gd name="connsiteX31" fmla="*/ 3033071 w 5069918"/>
                <a:gd name="connsiteY31" fmla="*/ 2730979 h 3111852"/>
                <a:gd name="connsiteX32" fmla="*/ 3232974 w 5069918"/>
                <a:gd name="connsiteY32" fmla="*/ 2637430 h 3111852"/>
                <a:gd name="connsiteX33" fmla="*/ 3425990 w 5069918"/>
                <a:gd name="connsiteY33" fmla="*/ 2523622 h 3111852"/>
                <a:gd name="connsiteX34" fmla="*/ 3613601 w 5069918"/>
                <a:gd name="connsiteY34" fmla="*/ 2394827 h 3111852"/>
                <a:gd name="connsiteX35" fmla="*/ 3706185 w 5069918"/>
                <a:gd name="connsiteY35" fmla="*/ 2326642 h 3111852"/>
                <a:gd name="connsiteX36" fmla="*/ 3799729 w 5069918"/>
                <a:gd name="connsiteY36" fmla="*/ 2255904 h 3111852"/>
                <a:gd name="connsiteX37" fmla="*/ 4175561 w 5069918"/>
                <a:gd name="connsiteY37" fmla="*/ 1976821 h 3111852"/>
                <a:gd name="connsiteX38" fmla="*/ 4517132 w 5069918"/>
                <a:gd name="connsiteY38" fmla="*/ 1683080 h 3111852"/>
                <a:gd name="connsiteX39" fmla="*/ 4659758 w 5069918"/>
                <a:gd name="connsiteY39" fmla="*/ 1519452 h 3111852"/>
                <a:gd name="connsiteX40" fmla="*/ 4773178 w 5069918"/>
                <a:gd name="connsiteY40" fmla="*/ 1340423 h 3111852"/>
                <a:gd name="connsiteX41" fmla="*/ 4892092 w 5069918"/>
                <a:gd name="connsiteY41" fmla="*/ 938311 h 3111852"/>
                <a:gd name="connsiteX42" fmla="*/ 4898804 w 5069918"/>
                <a:gd name="connsiteY42" fmla="*/ 831503 h 3111852"/>
                <a:gd name="connsiteX43" fmla="*/ 4899153 w 5069918"/>
                <a:gd name="connsiteY43" fmla="*/ 776988 h 3111852"/>
                <a:gd name="connsiteX44" fmla="*/ 4898456 w 5069918"/>
                <a:gd name="connsiteY44" fmla="*/ 721484 h 3111852"/>
                <a:gd name="connsiteX45" fmla="*/ 4886774 w 5069918"/>
                <a:gd name="connsiteY45" fmla="*/ 499635 h 3111852"/>
                <a:gd name="connsiteX46" fmla="*/ 4815896 w 5069918"/>
                <a:gd name="connsiteY46" fmla="*/ 59970 h 3111852"/>
                <a:gd name="connsiteX47" fmla="*/ 4798654 w 5069918"/>
                <a:gd name="connsiteY47" fmla="*/ 0 h 3111852"/>
                <a:gd name="connsiteX48" fmla="*/ 4909441 w 5069918"/>
                <a:gd name="connsiteY48" fmla="*/ 0 h 3111852"/>
                <a:gd name="connsiteX49" fmla="*/ 4921297 w 5069918"/>
                <a:gd name="connsiteY49" fmla="*/ 34112 h 3111852"/>
                <a:gd name="connsiteX50" fmla="*/ 5027482 w 5069918"/>
                <a:gd name="connsiteY50" fmla="*/ 483740 h 3111852"/>
                <a:gd name="connsiteX51" fmla="*/ 5058082 w 5069918"/>
                <a:gd name="connsiteY51" fmla="*/ 712837 h 3111852"/>
                <a:gd name="connsiteX52" fmla="*/ 5063486 w 5069918"/>
                <a:gd name="connsiteY52" fmla="*/ 770400 h 3111852"/>
                <a:gd name="connsiteX53" fmla="*/ 5067846 w 5069918"/>
                <a:gd name="connsiteY53" fmla="*/ 829033 h 3111852"/>
                <a:gd name="connsiteX54" fmla="*/ 5069414 w 5069918"/>
                <a:gd name="connsiteY54" fmla="*/ 948521 h 3111852"/>
                <a:gd name="connsiteX55" fmla="*/ 5040732 w 5069918"/>
                <a:gd name="connsiteY55" fmla="*/ 1188571 h 3111852"/>
                <a:gd name="connsiteX56" fmla="*/ 4964102 w 5069918"/>
                <a:gd name="connsiteY56" fmla="*/ 1421620 h 3111852"/>
                <a:gd name="connsiteX57" fmla="*/ 4689486 w 5069918"/>
                <a:gd name="connsiteY57" fmla="*/ 1828757 h 3111852"/>
                <a:gd name="connsiteX58" fmla="*/ 4333792 w 5069918"/>
                <a:gd name="connsiteY58" fmla="*/ 2155355 h 3111852"/>
                <a:gd name="connsiteX59" fmla="*/ 3965196 w 5069918"/>
                <a:gd name="connsiteY59" fmla="*/ 2446790 h 3111852"/>
                <a:gd name="connsiteX60" fmla="*/ 3873745 w 5069918"/>
                <a:gd name="connsiteY60" fmla="*/ 2519916 h 3111852"/>
                <a:gd name="connsiteX61" fmla="*/ 3779416 w 5069918"/>
                <a:gd name="connsiteY61" fmla="*/ 2593454 h 3111852"/>
                <a:gd name="connsiteX62" fmla="*/ 3582739 w 5069918"/>
                <a:gd name="connsiteY62" fmla="*/ 2735343 h 3111852"/>
                <a:gd name="connsiteX63" fmla="*/ 3371851 w 5069918"/>
                <a:gd name="connsiteY63" fmla="*/ 2865126 h 3111852"/>
                <a:gd name="connsiteX64" fmla="*/ 3143614 w 5069918"/>
                <a:gd name="connsiteY64" fmla="*/ 2974568 h 3111852"/>
                <a:gd name="connsiteX65" fmla="*/ 2643552 w 5069918"/>
                <a:gd name="connsiteY65" fmla="*/ 3101304 h 3111852"/>
                <a:gd name="connsiteX66" fmla="*/ 2514264 w 5069918"/>
                <a:gd name="connsiteY66" fmla="*/ 3110445 h 3111852"/>
                <a:gd name="connsiteX67" fmla="*/ 2481920 w 5069918"/>
                <a:gd name="connsiteY67" fmla="*/ 3111598 h 3111852"/>
                <a:gd name="connsiteX68" fmla="*/ 2449664 w 5069918"/>
                <a:gd name="connsiteY68" fmla="*/ 3111763 h 3111852"/>
                <a:gd name="connsiteX69" fmla="*/ 2386284 w 5069918"/>
                <a:gd name="connsiteY69" fmla="*/ 3111022 h 3111852"/>
                <a:gd name="connsiteX70" fmla="*/ 2260658 w 5069918"/>
                <a:gd name="connsiteY70" fmla="*/ 3106080 h 3111852"/>
                <a:gd name="connsiteX71" fmla="*/ 2134945 w 5069918"/>
                <a:gd name="connsiteY71" fmla="*/ 3094716 h 3111852"/>
                <a:gd name="connsiteX72" fmla="*/ 1884564 w 5069918"/>
                <a:gd name="connsiteY72" fmla="*/ 3054200 h 3111852"/>
                <a:gd name="connsiteX73" fmla="*/ 1639764 w 5069918"/>
                <a:gd name="connsiteY73" fmla="*/ 2984286 h 3111852"/>
                <a:gd name="connsiteX74" fmla="*/ 1407081 w 5069918"/>
                <a:gd name="connsiteY74" fmla="*/ 2882913 h 3111852"/>
                <a:gd name="connsiteX75" fmla="*/ 1193491 w 5069918"/>
                <a:gd name="connsiteY75" fmla="*/ 2750989 h 3111852"/>
                <a:gd name="connsiteX76" fmla="*/ 836141 w 5069918"/>
                <a:gd name="connsiteY76" fmla="*/ 2418627 h 3111852"/>
                <a:gd name="connsiteX77" fmla="*/ 690812 w 5069918"/>
                <a:gd name="connsiteY77" fmla="*/ 2230210 h 3111852"/>
                <a:gd name="connsiteX78" fmla="*/ 562397 w 5069918"/>
                <a:gd name="connsiteY78" fmla="*/ 2033725 h 3111852"/>
                <a:gd name="connsiteX79" fmla="*/ 502504 w 5069918"/>
                <a:gd name="connsiteY79" fmla="*/ 1936223 h 3111852"/>
                <a:gd name="connsiteX80" fmla="*/ 440258 w 5069918"/>
                <a:gd name="connsiteY80" fmla="*/ 1840368 h 3111852"/>
                <a:gd name="connsiteX81" fmla="*/ 310360 w 5069918"/>
                <a:gd name="connsiteY81" fmla="*/ 1649481 h 3111852"/>
                <a:gd name="connsiteX82" fmla="*/ 246806 w 5069918"/>
                <a:gd name="connsiteY82" fmla="*/ 1552391 h 3111852"/>
                <a:gd name="connsiteX83" fmla="*/ 186303 w 5069918"/>
                <a:gd name="connsiteY83" fmla="*/ 1453160 h 3111852"/>
                <a:gd name="connsiteX84" fmla="*/ 84390 w 5069918"/>
                <a:gd name="connsiteY84" fmla="*/ 1244980 h 3111852"/>
                <a:gd name="connsiteX85" fmla="*/ 20139 w 5069918"/>
                <a:gd name="connsiteY85" fmla="*/ 1024037 h 3111852"/>
                <a:gd name="connsiteX86" fmla="*/ 0 w 5069918"/>
                <a:gd name="connsiteY86" fmla="*/ 796339 h 3111852"/>
                <a:gd name="connsiteX87" fmla="*/ 102773 w 5069918"/>
                <a:gd name="connsiteY87" fmla="*/ 121376 h 311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069918" h="3111852">
                  <a:moveTo>
                    <a:pt x="145909" y="0"/>
                  </a:moveTo>
                  <a:lnTo>
                    <a:pt x="205279" y="0"/>
                  </a:lnTo>
                  <a:lnTo>
                    <a:pt x="202868" y="5043"/>
                  </a:lnTo>
                  <a:lnTo>
                    <a:pt x="191273" y="30818"/>
                  </a:lnTo>
                  <a:cubicBezTo>
                    <a:pt x="183688" y="48029"/>
                    <a:pt x="176016" y="65240"/>
                    <a:pt x="169129" y="82781"/>
                  </a:cubicBezTo>
                  <a:cubicBezTo>
                    <a:pt x="162242" y="100321"/>
                    <a:pt x="154658" y="117615"/>
                    <a:pt x="148381" y="135320"/>
                  </a:cubicBezTo>
                  <a:cubicBezTo>
                    <a:pt x="121529" y="205646"/>
                    <a:pt x="98775" y="277455"/>
                    <a:pt x="80903" y="350499"/>
                  </a:cubicBezTo>
                  <a:cubicBezTo>
                    <a:pt x="44636" y="496258"/>
                    <a:pt x="26067" y="646299"/>
                    <a:pt x="26154" y="796339"/>
                  </a:cubicBezTo>
                  <a:cubicBezTo>
                    <a:pt x="26590" y="871114"/>
                    <a:pt x="34001" y="945722"/>
                    <a:pt x="49170" y="1018931"/>
                  </a:cubicBezTo>
                  <a:cubicBezTo>
                    <a:pt x="65124" y="1091975"/>
                    <a:pt x="88226" y="1163454"/>
                    <a:pt x="119437" y="1231804"/>
                  </a:cubicBezTo>
                  <a:cubicBezTo>
                    <a:pt x="126847" y="1249016"/>
                    <a:pt x="135478" y="1265815"/>
                    <a:pt x="143672" y="1282696"/>
                  </a:cubicBezTo>
                  <a:cubicBezTo>
                    <a:pt x="152565" y="1299331"/>
                    <a:pt x="161021" y="1316130"/>
                    <a:pt x="170611" y="1332436"/>
                  </a:cubicBezTo>
                  <a:cubicBezTo>
                    <a:pt x="188919" y="1365375"/>
                    <a:pt x="209319" y="1397327"/>
                    <a:pt x="230330" y="1428867"/>
                  </a:cubicBezTo>
                  <a:cubicBezTo>
                    <a:pt x="251253" y="1460489"/>
                    <a:pt x="273658" y="1491288"/>
                    <a:pt x="296237" y="1522004"/>
                  </a:cubicBezTo>
                  <a:cubicBezTo>
                    <a:pt x="319165" y="1552474"/>
                    <a:pt x="342966" y="1582531"/>
                    <a:pt x="366853" y="1612506"/>
                  </a:cubicBezTo>
                  <a:cubicBezTo>
                    <a:pt x="414714" y="1672540"/>
                    <a:pt x="464756" y="1731337"/>
                    <a:pt x="513838" y="1791535"/>
                  </a:cubicBezTo>
                  <a:cubicBezTo>
                    <a:pt x="538509" y="1821510"/>
                    <a:pt x="563094" y="1851732"/>
                    <a:pt x="587330" y="1882283"/>
                  </a:cubicBezTo>
                  <a:cubicBezTo>
                    <a:pt x="611479" y="1912588"/>
                    <a:pt x="635453" y="1944787"/>
                    <a:pt x="658817" y="1974186"/>
                  </a:cubicBezTo>
                  <a:cubicBezTo>
                    <a:pt x="682008" y="2004326"/>
                    <a:pt x="706330" y="2033560"/>
                    <a:pt x="730305" y="2062959"/>
                  </a:cubicBezTo>
                  <a:cubicBezTo>
                    <a:pt x="754977" y="2091864"/>
                    <a:pt x="779474" y="2120768"/>
                    <a:pt x="805018" y="2148685"/>
                  </a:cubicBezTo>
                  <a:cubicBezTo>
                    <a:pt x="855757" y="2204847"/>
                    <a:pt x="908500" y="2258951"/>
                    <a:pt x="963424" y="2310337"/>
                  </a:cubicBezTo>
                  <a:cubicBezTo>
                    <a:pt x="1073444" y="2412862"/>
                    <a:pt x="1192183" y="2504353"/>
                    <a:pt x="1319204" y="2580196"/>
                  </a:cubicBezTo>
                  <a:cubicBezTo>
                    <a:pt x="1382846" y="2617913"/>
                    <a:pt x="1448143" y="2652500"/>
                    <a:pt x="1515882" y="2681651"/>
                  </a:cubicBezTo>
                  <a:cubicBezTo>
                    <a:pt x="1583184" y="2711626"/>
                    <a:pt x="1652666" y="2736908"/>
                    <a:pt x="1723456" y="2758319"/>
                  </a:cubicBezTo>
                  <a:cubicBezTo>
                    <a:pt x="1794246" y="2779812"/>
                    <a:pt x="1866431" y="2797188"/>
                    <a:pt x="1939662" y="2811269"/>
                  </a:cubicBezTo>
                  <a:cubicBezTo>
                    <a:pt x="2012981" y="2825104"/>
                    <a:pt x="2087519" y="2834574"/>
                    <a:pt x="2162581" y="2840916"/>
                  </a:cubicBezTo>
                  <a:cubicBezTo>
                    <a:pt x="2237643" y="2847338"/>
                    <a:pt x="2313489" y="2850139"/>
                    <a:pt x="2389597" y="2850221"/>
                  </a:cubicBezTo>
                  <a:cubicBezTo>
                    <a:pt x="2408602" y="2850221"/>
                    <a:pt x="2427869" y="2850550"/>
                    <a:pt x="2446002" y="2849808"/>
                  </a:cubicBezTo>
                  <a:lnTo>
                    <a:pt x="2473638" y="2849151"/>
                  </a:lnTo>
                  <a:lnTo>
                    <a:pt x="2501187" y="2847832"/>
                  </a:lnTo>
                  <a:cubicBezTo>
                    <a:pt x="2537890" y="2846268"/>
                    <a:pt x="2574418" y="2842809"/>
                    <a:pt x="2610685" y="2838774"/>
                  </a:cubicBezTo>
                  <a:cubicBezTo>
                    <a:pt x="2755926" y="2821975"/>
                    <a:pt x="2897244" y="2785164"/>
                    <a:pt x="3033071" y="2730979"/>
                  </a:cubicBezTo>
                  <a:cubicBezTo>
                    <a:pt x="3101158" y="2704132"/>
                    <a:pt x="3167589" y="2672263"/>
                    <a:pt x="3232974" y="2637430"/>
                  </a:cubicBezTo>
                  <a:cubicBezTo>
                    <a:pt x="3298446" y="2602760"/>
                    <a:pt x="3362697" y="2564303"/>
                    <a:pt x="3425990" y="2523622"/>
                  </a:cubicBezTo>
                  <a:cubicBezTo>
                    <a:pt x="3489282" y="2482859"/>
                    <a:pt x="3551529" y="2439461"/>
                    <a:pt x="3613601" y="2394827"/>
                  </a:cubicBezTo>
                  <a:cubicBezTo>
                    <a:pt x="3644549" y="2372511"/>
                    <a:pt x="3675411" y="2349617"/>
                    <a:pt x="3706185" y="2326642"/>
                  </a:cubicBezTo>
                  <a:lnTo>
                    <a:pt x="3799729" y="2255904"/>
                  </a:lnTo>
                  <a:cubicBezTo>
                    <a:pt x="3926402" y="2160954"/>
                    <a:pt x="4053597" y="2070123"/>
                    <a:pt x="4175561" y="1976821"/>
                  </a:cubicBezTo>
                  <a:cubicBezTo>
                    <a:pt x="4297526" y="1883601"/>
                    <a:pt x="4414084" y="1787582"/>
                    <a:pt x="4517132" y="1683080"/>
                  </a:cubicBezTo>
                  <a:cubicBezTo>
                    <a:pt x="4568480" y="1630705"/>
                    <a:pt x="4616604" y="1576438"/>
                    <a:pt x="4659758" y="1519452"/>
                  </a:cubicBezTo>
                  <a:cubicBezTo>
                    <a:pt x="4702650" y="1462383"/>
                    <a:pt x="4741184" y="1402845"/>
                    <a:pt x="4773178" y="1340423"/>
                  </a:cubicBezTo>
                  <a:cubicBezTo>
                    <a:pt x="4837865" y="1215829"/>
                    <a:pt x="4877446" y="1079787"/>
                    <a:pt x="4892092" y="938311"/>
                  </a:cubicBezTo>
                  <a:cubicBezTo>
                    <a:pt x="4895666" y="902982"/>
                    <a:pt x="4897845" y="867325"/>
                    <a:pt x="4898804" y="831503"/>
                  </a:cubicBezTo>
                  <a:cubicBezTo>
                    <a:pt x="4899066" y="813633"/>
                    <a:pt x="4899414" y="795764"/>
                    <a:pt x="4899153" y="776988"/>
                  </a:cubicBezTo>
                  <a:cubicBezTo>
                    <a:pt x="4898979" y="758460"/>
                    <a:pt x="4899066" y="740012"/>
                    <a:pt x="4898456" y="721484"/>
                  </a:cubicBezTo>
                  <a:cubicBezTo>
                    <a:pt x="4896974" y="647452"/>
                    <a:pt x="4893226" y="573502"/>
                    <a:pt x="4886774" y="499635"/>
                  </a:cubicBezTo>
                  <a:cubicBezTo>
                    <a:pt x="4873610" y="351981"/>
                    <a:pt x="4851030" y="204740"/>
                    <a:pt x="4815896" y="59970"/>
                  </a:cubicBezTo>
                  <a:lnTo>
                    <a:pt x="4798654" y="0"/>
                  </a:lnTo>
                  <a:lnTo>
                    <a:pt x="4909441" y="0"/>
                  </a:lnTo>
                  <a:lnTo>
                    <a:pt x="4921297" y="34112"/>
                  </a:lnTo>
                  <a:cubicBezTo>
                    <a:pt x="4966630" y="181436"/>
                    <a:pt x="5002460" y="331724"/>
                    <a:pt x="5027482" y="483740"/>
                  </a:cubicBezTo>
                  <a:cubicBezTo>
                    <a:pt x="5040123" y="559749"/>
                    <a:pt x="5050323" y="636170"/>
                    <a:pt x="5058082" y="712837"/>
                  </a:cubicBezTo>
                  <a:cubicBezTo>
                    <a:pt x="5060261" y="732025"/>
                    <a:pt x="5061743" y="751213"/>
                    <a:pt x="5063486" y="770400"/>
                  </a:cubicBezTo>
                  <a:cubicBezTo>
                    <a:pt x="5065318" y="789340"/>
                    <a:pt x="5066625" y="809186"/>
                    <a:pt x="5067846" y="829033"/>
                  </a:cubicBezTo>
                  <a:cubicBezTo>
                    <a:pt x="5069851" y="868643"/>
                    <a:pt x="5070461" y="908500"/>
                    <a:pt x="5069414" y="948521"/>
                  </a:cubicBezTo>
                  <a:cubicBezTo>
                    <a:pt x="5067060" y="1028483"/>
                    <a:pt x="5057820" y="1109021"/>
                    <a:pt x="5040732" y="1188571"/>
                  </a:cubicBezTo>
                  <a:cubicBezTo>
                    <a:pt x="5023123" y="1268038"/>
                    <a:pt x="4997578" y="1346435"/>
                    <a:pt x="4964102" y="1421620"/>
                  </a:cubicBezTo>
                  <a:cubicBezTo>
                    <a:pt x="4897409" y="1572485"/>
                    <a:pt x="4799942" y="1709020"/>
                    <a:pt x="4689486" y="1828757"/>
                  </a:cubicBezTo>
                  <a:cubicBezTo>
                    <a:pt x="4579116" y="1949234"/>
                    <a:pt x="4456716" y="2054888"/>
                    <a:pt x="4333792" y="2155355"/>
                  </a:cubicBezTo>
                  <a:cubicBezTo>
                    <a:pt x="4210520" y="2255657"/>
                    <a:pt x="4085853" y="2350524"/>
                    <a:pt x="3965196" y="2446790"/>
                  </a:cubicBezTo>
                  <a:lnTo>
                    <a:pt x="3873745" y="2519916"/>
                  </a:lnTo>
                  <a:cubicBezTo>
                    <a:pt x="3842621" y="2544539"/>
                    <a:pt x="3811324" y="2569162"/>
                    <a:pt x="3779416" y="2593454"/>
                  </a:cubicBezTo>
                  <a:cubicBezTo>
                    <a:pt x="3715862" y="2642123"/>
                    <a:pt x="3650652" y="2689804"/>
                    <a:pt x="3582739" y="2735343"/>
                  </a:cubicBezTo>
                  <a:cubicBezTo>
                    <a:pt x="3514913" y="2780800"/>
                    <a:pt x="3445170" y="2824939"/>
                    <a:pt x="3371851" y="2865126"/>
                  </a:cubicBezTo>
                  <a:cubicBezTo>
                    <a:pt x="3298533" y="2905230"/>
                    <a:pt x="3222687" y="2942452"/>
                    <a:pt x="3143614" y="2974568"/>
                  </a:cubicBezTo>
                  <a:cubicBezTo>
                    <a:pt x="2985994" y="3039625"/>
                    <a:pt x="2815732" y="3083105"/>
                    <a:pt x="2643552" y="3101304"/>
                  </a:cubicBezTo>
                  <a:cubicBezTo>
                    <a:pt x="2600484" y="3105587"/>
                    <a:pt x="2557331" y="3109046"/>
                    <a:pt x="2514264" y="3110445"/>
                  </a:cubicBezTo>
                  <a:lnTo>
                    <a:pt x="2481920" y="3111598"/>
                  </a:lnTo>
                  <a:lnTo>
                    <a:pt x="2449664" y="3111763"/>
                  </a:lnTo>
                  <a:cubicBezTo>
                    <a:pt x="2427869" y="3112092"/>
                    <a:pt x="2407207" y="3111434"/>
                    <a:pt x="2386284" y="3111022"/>
                  </a:cubicBezTo>
                  <a:cubicBezTo>
                    <a:pt x="2344525" y="3110528"/>
                    <a:pt x="2302505" y="3108140"/>
                    <a:pt x="2260658" y="3106080"/>
                  </a:cubicBezTo>
                  <a:cubicBezTo>
                    <a:pt x="2218725" y="3102787"/>
                    <a:pt x="2176791" y="3099740"/>
                    <a:pt x="2134945" y="3094716"/>
                  </a:cubicBezTo>
                  <a:cubicBezTo>
                    <a:pt x="2051165" y="3085246"/>
                    <a:pt x="1967473" y="3072317"/>
                    <a:pt x="1884564" y="3054200"/>
                  </a:cubicBezTo>
                  <a:cubicBezTo>
                    <a:pt x="1801657" y="3036084"/>
                    <a:pt x="1719708" y="3012778"/>
                    <a:pt x="1639764" y="2984286"/>
                  </a:cubicBezTo>
                  <a:cubicBezTo>
                    <a:pt x="1559820" y="2955710"/>
                    <a:pt x="1481969" y="2921618"/>
                    <a:pt x="1407081" y="2882913"/>
                  </a:cubicBezTo>
                  <a:cubicBezTo>
                    <a:pt x="1332455" y="2843633"/>
                    <a:pt x="1260794" y="2799741"/>
                    <a:pt x="1193491" y="2750989"/>
                  </a:cubicBezTo>
                  <a:cubicBezTo>
                    <a:pt x="1058362" y="2653982"/>
                    <a:pt x="939973" y="2540257"/>
                    <a:pt x="836141" y="2418627"/>
                  </a:cubicBezTo>
                  <a:cubicBezTo>
                    <a:pt x="784444" y="2357523"/>
                    <a:pt x="736321" y="2294444"/>
                    <a:pt x="690812" y="2230210"/>
                  </a:cubicBezTo>
                  <a:cubicBezTo>
                    <a:pt x="645217" y="2165978"/>
                    <a:pt x="602674" y="2100345"/>
                    <a:pt x="562397" y="2033725"/>
                  </a:cubicBezTo>
                  <a:cubicBezTo>
                    <a:pt x="541823" y="2000044"/>
                    <a:pt x="522992" y="1968504"/>
                    <a:pt x="502504" y="1936223"/>
                  </a:cubicBezTo>
                  <a:cubicBezTo>
                    <a:pt x="482192" y="1904189"/>
                    <a:pt x="461530" y="1872155"/>
                    <a:pt x="440258" y="1840368"/>
                  </a:cubicBezTo>
                  <a:lnTo>
                    <a:pt x="310360" y="1649481"/>
                  </a:lnTo>
                  <a:cubicBezTo>
                    <a:pt x="288826" y="1617365"/>
                    <a:pt x="267555" y="1585084"/>
                    <a:pt x="246806" y="1552391"/>
                  </a:cubicBezTo>
                  <a:cubicBezTo>
                    <a:pt x="226057" y="1519698"/>
                    <a:pt x="205483" y="1486923"/>
                    <a:pt x="186303" y="1453160"/>
                  </a:cubicBezTo>
                  <a:cubicBezTo>
                    <a:pt x="147857" y="1385962"/>
                    <a:pt x="112550" y="1316790"/>
                    <a:pt x="84390" y="1244980"/>
                  </a:cubicBezTo>
                  <a:cubicBezTo>
                    <a:pt x="55708" y="1173418"/>
                    <a:pt x="34436" y="1099222"/>
                    <a:pt x="20139" y="1024037"/>
                  </a:cubicBezTo>
                  <a:cubicBezTo>
                    <a:pt x="6452" y="948852"/>
                    <a:pt x="0" y="872513"/>
                    <a:pt x="0" y="796339"/>
                  </a:cubicBezTo>
                  <a:cubicBezTo>
                    <a:pt x="850" y="568560"/>
                    <a:pt x="36028" y="341245"/>
                    <a:pt x="102773" y="1213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1B6705E1-3994-88A7-02AC-A7A4DE756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3885" y="1"/>
              <a:ext cx="4960549" cy="2918955"/>
            </a:xfrm>
            <a:custGeom>
              <a:avLst/>
              <a:gdLst>
                <a:gd name="connsiteX0" fmla="*/ 154335 w 4960549"/>
                <a:gd name="connsiteY0" fmla="*/ 0 h 2918955"/>
                <a:gd name="connsiteX1" fmla="*/ 347871 w 4960549"/>
                <a:gd name="connsiteY1" fmla="*/ 0 h 2918955"/>
                <a:gd name="connsiteX2" fmla="*/ 268143 w 4960549"/>
                <a:gd name="connsiteY2" fmla="*/ 165468 h 2918955"/>
                <a:gd name="connsiteX3" fmla="*/ 199554 w 4960549"/>
                <a:gd name="connsiteY3" fmla="*/ 358938 h 2918955"/>
                <a:gd name="connsiteX4" fmla="*/ 142104 w 4960549"/>
                <a:gd name="connsiteY4" fmla="*/ 762944 h 2918955"/>
                <a:gd name="connsiteX5" fmla="*/ 166339 w 4960549"/>
                <a:gd name="connsiteY5" fmla="*/ 960748 h 2918955"/>
                <a:gd name="connsiteX6" fmla="*/ 237914 w 4960549"/>
                <a:gd name="connsiteY6" fmla="*/ 1145787 h 2918955"/>
                <a:gd name="connsiteX7" fmla="*/ 287868 w 4960549"/>
                <a:gd name="connsiteY7" fmla="*/ 1232913 h 2918955"/>
                <a:gd name="connsiteX8" fmla="*/ 345232 w 4960549"/>
                <a:gd name="connsiteY8" fmla="*/ 1317239 h 2918955"/>
                <a:gd name="connsiteX9" fmla="*/ 477745 w 4960549"/>
                <a:gd name="connsiteY9" fmla="*/ 1480209 h 2918955"/>
                <a:gd name="connsiteX10" fmla="*/ 621156 w 4960549"/>
                <a:gd name="connsiteY10" fmla="*/ 1644414 h 2918955"/>
                <a:gd name="connsiteX11" fmla="*/ 692469 w 4960549"/>
                <a:gd name="connsiteY11" fmla="*/ 1730140 h 2918955"/>
                <a:gd name="connsiteX12" fmla="*/ 726731 w 4960549"/>
                <a:gd name="connsiteY12" fmla="*/ 1772220 h 2918955"/>
                <a:gd name="connsiteX13" fmla="*/ 760295 w 4960549"/>
                <a:gd name="connsiteY13" fmla="*/ 1812489 h 2918955"/>
                <a:gd name="connsiteX14" fmla="*/ 1048685 w 4960549"/>
                <a:gd name="connsiteY14" fmla="*/ 2110101 h 2918955"/>
                <a:gd name="connsiteX15" fmla="*/ 1202035 w 4960549"/>
                <a:gd name="connsiteY15" fmla="*/ 2244002 h 2918955"/>
                <a:gd name="connsiteX16" fmla="*/ 1362620 w 4960549"/>
                <a:gd name="connsiteY16" fmla="*/ 2367443 h 2918955"/>
                <a:gd name="connsiteX17" fmla="*/ 1721364 w 4960549"/>
                <a:gd name="connsiteY17" fmla="*/ 2562694 h 2918955"/>
                <a:gd name="connsiteX18" fmla="*/ 1922052 w 4960549"/>
                <a:gd name="connsiteY18" fmla="*/ 2617868 h 2918955"/>
                <a:gd name="connsiteX19" fmla="*/ 1973488 w 4960549"/>
                <a:gd name="connsiteY19" fmla="*/ 2627586 h 2918955"/>
                <a:gd name="connsiteX20" fmla="*/ 2025360 w 4960549"/>
                <a:gd name="connsiteY20" fmla="*/ 2635738 h 2918955"/>
                <a:gd name="connsiteX21" fmla="*/ 2130063 w 4960549"/>
                <a:gd name="connsiteY21" fmla="*/ 2647432 h 2918955"/>
                <a:gd name="connsiteX22" fmla="*/ 2182719 w 4960549"/>
                <a:gd name="connsiteY22" fmla="*/ 2651220 h 2918955"/>
                <a:gd name="connsiteX23" fmla="*/ 2235551 w 4960549"/>
                <a:gd name="connsiteY23" fmla="*/ 2653855 h 2918955"/>
                <a:gd name="connsiteX24" fmla="*/ 2288556 w 4960549"/>
                <a:gd name="connsiteY24" fmla="*/ 2655008 h 2918955"/>
                <a:gd name="connsiteX25" fmla="*/ 2341648 w 4960549"/>
                <a:gd name="connsiteY25" fmla="*/ 2654761 h 2918955"/>
                <a:gd name="connsiteX26" fmla="*/ 2368238 w 4960549"/>
                <a:gd name="connsiteY26" fmla="*/ 2654514 h 2918955"/>
                <a:gd name="connsiteX27" fmla="*/ 2393869 w 4960549"/>
                <a:gd name="connsiteY27" fmla="*/ 2653443 h 2918955"/>
                <a:gd name="connsiteX28" fmla="*/ 2419413 w 4960549"/>
                <a:gd name="connsiteY28" fmla="*/ 2652208 h 2918955"/>
                <a:gd name="connsiteX29" fmla="*/ 2444869 w 4960549"/>
                <a:gd name="connsiteY29" fmla="*/ 2650232 h 2918955"/>
                <a:gd name="connsiteX30" fmla="*/ 2545823 w 4960549"/>
                <a:gd name="connsiteY30" fmla="*/ 2638456 h 2918955"/>
                <a:gd name="connsiteX31" fmla="*/ 2930373 w 4960549"/>
                <a:gd name="connsiteY31" fmla="*/ 2519213 h 2918955"/>
                <a:gd name="connsiteX32" fmla="*/ 3285631 w 4960549"/>
                <a:gd name="connsiteY32" fmla="*/ 2310210 h 2918955"/>
                <a:gd name="connsiteX33" fmla="*/ 3371764 w 4960549"/>
                <a:gd name="connsiteY33" fmla="*/ 2248778 h 2918955"/>
                <a:gd name="connsiteX34" fmla="*/ 3457898 w 4960549"/>
                <a:gd name="connsiteY34" fmla="*/ 2185286 h 2918955"/>
                <a:gd name="connsiteX35" fmla="*/ 3632344 w 4960549"/>
                <a:gd name="connsiteY35" fmla="*/ 2053527 h 2918955"/>
                <a:gd name="connsiteX36" fmla="*/ 3990915 w 4960549"/>
                <a:gd name="connsiteY36" fmla="*/ 1798490 h 2918955"/>
                <a:gd name="connsiteX37" fmla="*/ 4324988 w 4960549"/>
                <a:gd name="connsiteY37" fmla="*/ 1544854 h 2918955"/>
                <a:gd name="connsiteX38" fmla="*/ 4592107 w 4960549"/>
                <a:gd name="connsiteY38" fmla="*/ 1254159 h 2918955"/>
                <a:gd name="connsiteX39" fmla="*/ 4683123 w 4960549"/>
                <a:gd name="connsiteY39" fmla="*/ 1085179 h 2918955"/>
                <a:gd name="connsiteX40" fmla="*/ 4738568 w 4960549"/>
                <a:gd name="connsiteY40" fmla="*/ 900551 h 2918955"/>
                <a:gd name="connsiteX41" fmla="*/ 4753913 w 4960549"/>
                <a:gd name="connsiteY41" fmla="*/ 803708 h 2918955"/>
                <a:gd name="connsiteX42" fmla="*/ 4756441 w 4960549"/>
                <a:gd name="connsiteY42" fmla="*/ 779167 h 2918955"/>
                <a:gd name="connsiteX43" fmla="*/ 4758358 w 4960549"/>
                <a:gd name="connsiteY43" fmla="*/ 754133 h 2918955"/>
                <a:gd name="connsiteX44" fmla="*/ 4761147 w 4960549"/>
                <a:gd name="connsiteY44" fmla="*/ 702417 h 2918955"/>
                <a:gd name="connsiteX45" fmla="*/ 4756353 w 4960549"/>
                <a:gd name="connsiteY45" fmla="*/ 495638 h 2918955"/>
                <a:gd name="connsiteX46" fmla="*/ 4725578 w 4960549"/>
                <a:gd name="connsiteY46" fmla="*/ 291411 h 2918955"/>
                <a:gd name="connsiteX47" fmla="*/ 4673358 w 4960549"/>
                <a:gd name="connsiteY47" fmla="*/ 92042 h 2918955"/>
                <a:gd name="connsiteX48" fmla="*/ 4644342 w 4960549"/>
                <a:gd name="connsiteY48" fmla="*/ 0 h 2918955"/>
                <a:gd name="connsiteX49" fmla="*/ 4862756 w 4960549"/>
                <a:gd name="connsiteY49" fmla="*/ 0 h 2918955"/>
                <a:gd name="connsiteX50" fmla="*/ 4876138 w 4960549"/>
                <a:gd name="connsiteY50" fmla="*/ 45680 h 2918955"/>
                <a:gd name="connsiteX51" fmla="*/ 4911707 w 4960549"/>
                <a:gd name="connsiteY51" fmla="*/ 263329 h 2918955"/>
                <a:gd name="connsiteX52" fmla="*/ 4934809 w 4960549"/>
                <a:gd name="connsiteY52" fmla="*/ 481145 h 2918955"/>
                <a:gd name="connsiteX53" fmla="*/ 4953205 w 4960549"/>
                <a:gd name="connsiteY53" fmla="*/ 698959 h 2918955"/>
                <a:gd name="connsiteX54" fmla="*/ 4956953 w 4960549"/>
                <a:gd name="connsiteY54" fmla="*/ 753557 h 2918955"/>
                <a:gd name="connsiteX55" fmla="*/ 4958611 w 4960549"/>
                <a:gd name="connsiteY55" fmla="*/ 781638 h 2918955"/>
                <a:gd name="connsiteX56" fmla="*/ 4959831 w 4960549"/>
                <a:gd name="connsiteY56" fmla="*/ 810213 h 2918955"/>
                <a:gd name="connsiteX57" fmla="*/ 4958174 w 4960549"/>
                <a:gd name="connsiteY57" fmla="*/ 925338 h 2918955"/>
                <a:gd name="connsiteX58" fmla="*/ 4834030 w 4960549"/>
                <a:gd name="connsiteY58" fmla="*/ 1377519 h 2918955"/>
                <a:gd name="connsiteX59" fmla="*/ 4558106 w 4960549"/>
                <a:gd name="connsiteY59" fmla="*/ 1761515 h 2918955"/>
                <a:gd name="connsiteX60" fmla="*/ 4389937 w 4960549"/>
                <a:gd name="connsiteY60" fmla="*/ 1921603 h 2918955"/>
                <a:gd name="connsiteX61" fmla="*/ 4214618 w 4960549"/>
                <a:gd name="connsiteY61" fmla="*/ 2067115 h 2918955"/>
                <a:gd name="connsiteX62" fmla="*/ 3858489 w 4960549"/>
                <a:gd name="connsiteY62" fmla="*/ 2329316 h 2918955"/>
                <a:gd name="connsiteX63" fmla="*/ 3768868 w 4960549"/>
                <a:gd name="connsiteY63" fmla="*/ 2393301 h 2918955"/>
                <a:gd name="connsiteX64" fmla="*/ 3676806 w 4960549"/>
                <a:gd name="connsiteY64" fmla="*/ 2457698 h 2918955"/>
                <a:gd name="connsiteX65" fmla="*/ 3582477 w 4960549"/>
                <a:gd name="connsiteY65" fmla="*/ 2521272 h 2918955"/>
                <a:gd name="connsiteX66" fmla="*/ 3485185 w 4960549"/>
                <a:gd name="connsiteY66" fmla="*/ 2583035 h 2918955"/>
                <a:gd name="connsiteX67" fmla="*/ 3280923 w 4960549"/>
                <a:gd name="connsiteY67" fmla="*/ 2698983 h 2918955"/>
                <a:gd name="connsiteX68" fmla="*/ 3061230 w 4960549"/>
                <a:gd name="connsiteY68" fmla="*/ 2797555 h 2918955"/>
                <a:gd name="connsiteX69" fmla="*/ 2583137 w 4960549"/>
                <a:gd name="connsiteY69" fmla="*/ 2910950 h 2918955"/>
                <a:gd name="connsiteX70" fmla="*/ 2460038 w 4960549"/>
                <a:gd name="connsiteY70" fmla="*/ 2918280 h 2918955"/>
                <a:gd name="connsiteX71" fmla="*/ 2429263 w 4960549"/>
                <a:gd name="connsiteY71" fmla="*/ 2918938 h 2918955"/>
                <a:gd name="connsiteX72" fmla="*/ 2398576 w 4960549"/>
                <a:gd name="connsiteY72" fmla="*/ 2918774 h 2918955"/>
                <a:gd name="connsiteX73" fmla="*/ 2367977 w 4960549"/>
                <a:gd name="connsiteY73" fmla="*/ 2918444 h 2918955"/>
                <a:gd name="connsiteX74" fmla="*/ 2338249 w 4960549"/>
                <a:gd name="connsiteY74" fmla="*/ 2917374 h 2918955"/>
                <a:gd name="connsiteX75" fmla="*/ 2100770 w 4960549"/>
                <a:gd name="connsiteY75" fmla="*/ 2899503 h 2918955"/>
                <a:gd name="connsiteX76" fmla="*/ 1864776 w 4960549"/>
                <a:gd name="connsiteY76" fmla="*/ 2860141 h 2918955"/>
                <a:gd name="connsiteX77" fmla="*/ 1632964 w 4960549"/>
                <a:gd name="connsiteY77" fmla="*/ 2798461 h 2918955"/>
                <a:gd name="connsiteX78" fmla="*/ 1189219 w 4960549"/>
                <a:gd name="connsiteY78" fmla="*/ 2613010 h 2918955"/>
                <a:gd name="connsiteX79" fmla="*/ 815305 w 4960549"/>
                <a:gd name="connsiteY79" fmla="*/ 2324292 h 2918955"/>
                <a:gd name="connsiteX80" fmla="*/ 663699 w 4960549"/>
                <a:gd name="connsiteY80" fmla="*/ 2150535 h 2918955"/>
                <a:gd name="connsiteX81" fmla="*/ 531274 w 4960549"/>
                <a:gd name="connsiteY81" fmla="*/ 1966565 h 2918955"/>
                <a:gd name="connsiteX82" fmla="*/ 500325 w 4960549"/>
                <a:gd name="connsiteY82" fmla="*/ 1919709 h 2918955"/>
                <a:gd name="connsiteX83" fmla="*/ 470771 w 4960549"/>
                <a:gd name="connsiteY83" fmla="*/ 1874252 h 2918955"/>
                <a:gd name="connsiteX84" fmla="*/ 412448 w 4960549"/>
                <a:gd name="connsiteY84" fmla="*/ 1786137 h 2918955"/>
                <a:gd name="connsiteX85" fmla="*/ 291616 w 4960549"/>
                <a:gd name="connsiteY85" fmla="*/ 1606122 h 2918955"/>
                <a:gd name="connsiteX86" fmla="*/ 173662 w 4960549"/>
                <a:gd name="connsiteY86" fmla="*/ 1415812 h 2918955"/>
                <a:gd name="connsiteX87" fmla="*/ 120483 w 4960549"/>
                <a:gd name="connsiteY87" fmla="*/ 1314934 h 2918955"/>
                <a:gd name="connsiteX88" fmla="*/ 75324 w 4960549"/>
                <a:gd name="connsiteY88" fmla="*/ 1209361 h 2918955"/>
                <a:gd name="connsiteX89" fmla="*/ 40713 w 4960549"/>
                <a:gd name="connsiteY89" fmla="*/ 1099837 h 2918955"/>
                <a:gd name="connsiteX90" fmla="*/ 27811 w 4960549"/>
                <a:gd name="connsiteY90" fmla="*/ 1044004 h 2918955"/>
                <a:gd name="connsiteX91" fmla="*/ 22144 w 4960549"/>
                <a:gd name="connsiteY91" fmla="*/ 1016004 h 2918955"/>
                <a:gd name="connsiteX92" fmla="*/ 17436 w 4960549"/>
                <a:gd name="connsiteY92" fmla="*/ 987923 h 2918955"/>
                <a:gd name="connsiteX93" fmla="*/ 0 w 4960549"/>
                <a:gd name="connsiteY93" fmla="*/ 762944 h 2918955"/>
                <a:gd name="connsiteX94" fmla="*/ 48385 w 4960549"/>
                <a:gd name="connsiteY94" fmla="*/ 324597 h 2918955"/>
                <a:gd name="connsiteX95" fmla="*/ 108474 w 4960549"/>
                <a:gd name="connsiteY95" fmla="*/ 110839 h 2918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960549" h="2918955">
                  <a:moveTo>
                    <a:pt x="154335" y="0"/>
                  </a:moveTo>
                  <a:lnTo>
                    <a:pt x="347871" y="0"/>
                  </a:lnTo>
                  <a:lnTo>
                    <a:pt x="268143" y="165468"/>
                  </a:lnTo>
                  <a:cubicBezTo>
                    <a:pt x="241575" y="228661"/>
                    <a:pt x="218473" y="293182"/>
                    <a:pt x="199554" y="358938"/>
                  </a:cubicBezTo>
                  <a:cubicBezTo>
                    <a:pt x="161632" y="490121"/>
                    <a:pt x="142016" y="626491"/>
                    <a:pt x="142104" y="762944"/>
                  </a:cubicBezTo>
                  <a:cubicBezTo>
                    <a:pt x="142888" y="829977"/>
                    <a:pt x="149862" y="896516"/>
                    <a:pt x="166339" y="960748"/>
                  </a:cubicBezTo>
                  <a:cubicBezTo>
                    <a:pt x="182555" y="1025063"/>
                    <a:pt x="207750" y="1086579"/>
                    <a:pt x="237914" y="1145787"/>
                  </a:cubicBezTo>
                  <a:cubicBezTo>
                    <a:pt x="253170" y="1175351"/>
                    <a:pt x="270084" y="1204338"/>
                    <a:pt x="287868" y="1232913"/>
                  </a:cubicBezTo>
                  <a:cubicBezTo>
                    <a:pt x="305914" y="1261406"/>
                    <a:pt x="325181" y="1289488"/>
                    <a:pt x="345232" y="1317239"/>
                  </a:cubicBezTo>
                  <a:cubicBezTo>
                    <a:pt x="385858" y="1372578"/>
                    <a:pt x="431017" y="1426270"/>
                    <a:pt x="477745" y="1480209"/>
                  </a:cubicBezTo>
                  <a:cubicBezTo>
                    <a:pt x="524474" y="1534231"/>
                    <a:pt x="573294" y="1588252"/>
                    <a:pt x="621156" y="1644414"/>
                  </a:cubicBezTo>
                  <a:cubicBezTo>
                    <a:pt x="645130" y="1672413"/>
                    <a:pt x="668843" y="1701070"/>
                    <a:pt x="692469" y="1730140"/>
                  </a:cubicBezTo>
                  <a:lnTo>
                    <a:pt x="726731" y="1772220"/>
                  </a:lnTo>
                  <a:cubicBezTo>
                    <a:pt x="737977" y="1785644"/>
                    <a:pt x="748700" y="1799396"/>
                    <a:pt x="760295" y="1812489"/>
                  </a:cubicBezTo>
                  <a:cubicBezTo>
                    <a:pt x="850788" y="1919050"/>
                    <a:pt x="948952" y="2017128"/>
                    <a:pt x="1048685" y="2110101"/>
                  </a:cubicBezTo>
                  <a:cubicBezTo>
                    <a:pt x="1098814" y="2156382"/>
                    <a:pt x="1149814" y="2201097"/>
                    <a:pt x="1202035" y="2244002"/>
                  </a:cubicBezTo>
                  <a:cubicBezTo>
                    <a:pt x="1254256" y="2286906"/>
                    <a:pt x="1307435" y="2328410"/>
                    <a:pt x="1362620" y="2367443"/>
                  </a:cubicBezTo>
                  <a:cubicBezTo>
                    <a:pt x="1472554" y="2445675"/>
                    <a:pt x="1591118" y="2515590"/>
                    <a:pt x="1721364" y="2562694"/>
                  </a:cubicBezTo>
                  <a:cubicBezTo>
                    <a:pt x="1786314" y="2586246"/>
                    <a:pt x="1853617" y="2604280"/>
                    <a:pt x="1922052" y="2617868"/>
                  </a:cubicBezTo>
                  <a:cubicBezTo>
                    <a:pt x="1939227" y="2621080"/>
                    <a:pt x="1956227" y="2624786"/>
                    <a:pt x="1973488" y="2627586"/>
                  </a:cubicBezTo>
                  <a:lnTo>
                    <a:pt x="2025360" y="2635738"/>
                  </a:lnTo>
                  <a:cubicBezTo>
                    <a:pt x="2060145" y="2640103"/>
                    <a:pt x="2094930" y="2644714"/>
                    <a:pt x="2130063" y="2647432"/>
                  </a:cubicBezTo>
                  <a:cubicBezTo>
                    <a:pt x="2147587" y="2648996"/>
                    <a:pt x="2165109" y="2650479"/>
                    <a:pt x="2182719" y="2651220"/>
                  </a:cubicBezTo>
                  <a:cubicBezTo>
                    <a:pt x="2200330" y="2652043"/>
                    <a:pt x="2217853" y="2653361"/>
                    <a:pt x="2235551" y="2653855"/>
                  </a:cubicBezTo>
                  <a:lnTo>
                    <a:pt x="2288556" y="2655008"/>
                  </a:lnTo>
                  <a:cubicBezTo>
                    <a:pt x="2306166" y="2655419"/>
                    <a:pt x="2323951" y="2654843"/>
                    <a:pt x="2341648" y="2654761"/>
                  </a:cubicBezTo>
                  <a:lnTo>
                    <a:pt x="2368238" y="2654514"/>
                  </a:lnTo>
                  <a:cubicBezTo>
                    <a:pt x="2376869" y="2654267"/>
                    <a:pt x="2385325" y="2653773"/>
                    <a:pt x="2393869" y="2653443"/>
                  </a:cubicBezTo>
                  <a:cubicBezTo>
                    <a:pt x="2402412" y="2653031"/>
                    <a:pt x="2410956" y="2652785"/>
                    <a:pt x="2419413" y="2652208"/>
                  </a:cubicBezTo>
                  <a:lnTo>
                    <a:pt x="2444869" y="2650232"/>
                  </a:lnTo>
                  <a:cubicBezTo>
                    <a:pt x="2478782" y="2647679"/>
                    <a:pt x="2512433" y="2643397"/>
                    <a:pt x="2545823" y="2638456"/>
                  </a:cubicBezTo>
                  <a:cubicBezTo>
                    <a:pt x="2679470" y="2617539"/>
                    <a:pt x="2807973" y="2576612"/>
                    <a:pt x="2930373" y="2519213"/>
                  </a:cubicBezTo>
                  <a:cubicBezTo>
                    <a:pt x="3053210" y="2462475"/>
                    <a:pt x="3170117" y="2389842"/>
                    <a:pt x="3285631" y="2310210"/>
                  </a:cubicBezTo>
                  <a:cubicBezTo>
                    <a:pt x="3314487" y="2290364"/>
                    <a:pt x="3343169" y="2269612"/>
                    <a:pt x="3371764" y="2248778"/>
                  </a:cubicBezTo>
                  <a:cubicBezTo>
                    <a:pt x="3400534" y="2227943"/>
                    <a:pt x="3429216" y="2206779"/>
                    <a:pt x="3457898" y="2185286"/>
                  </a:cubicBezTo>
                  <a:lnTo>
                    <a:pt x="3632344" y="2053527"/>
                  </a:lnTo>
                  <a:cubicBezTo>
                    <a:pt x="3752043" y="1963848"/>
                    <a:pt x="3872873" y="1880345"/>
                    <a:pt x="3990915" y="1798490"/>
                  </a:cubicBezTo>
                  <a:cubicBezTo>
                    <a:pt x="4108869" y="1716634"/>
                    <a:pt x="4222377" y="1633955"/>
                    <a:pt x="4324988" y="1544854"/>
                  </a:cubicBezTo>
                  <a:cubicBezTo>
                    <a:pt x="4427599" y="1455916"/>
                    <a:pt x="4520271" y="1361132"/>
                    <a:pt x="4592107" y="1254159"/>
                  </a:cubicBezTo>
                  <a:cubicBezTo>
                    <a:pt x="4628025" y="1200715"/>
                    <a:pt x="4658712" y="1144388"/>
                    <a:pt x="4683123" y="1085179"/>
                  </a:cubicBezTo>
                  <a:cubicBezTo>
                    <a:pt x="4707707" y="1026051"/>
                    <a:pt x="4725405" y="964125"/>
                    <a:pt x="4738568" y="900551"/>
                  </a:cubicBezTo>
                  <a:cubicBezTo>
                    <a:pt x="4745107" y="868764"/>
                    <a:pt x="4750338" y="836400"/>
                    <a:pt x="4753913" y="803708"/>
                  </a:cubicBezTo>
                  <a:cubicBezTo>
                    <a:pt x="4754959" y="795555"/>
                    <a:pt x="4755656" y="787320"/>
                    <a:pt x="4756441" y="779167"/>
                  </a:cubicBezTo>
                  <a:cubicBezTo>
                    <a:pt x="4757137" y="770932"/>
                    <a:pt x="4758010" y="762862"/>
                    <a:pt x="4758358" y="754133"/>
                  </a:cubicBezTo>
                  <a:lnTo>
                    <a:pt x="4761147" y="702417"/>
                  </a:lnTo>
                  <a:cubicBezTo>
                    <a:pt x="4763677" y="633409"/>
                    <a:pt x="4762107" y="564317"/>
                    <a:pt x="4756353" y="495638"/>
                  </a:cubicBezTo>
                  <a:cubicBezTo>
                    <a:pt x="4750774" y="426876"/>
                    <a:pt x="4740051" y="358691"/>
                    <a:pt x="4725578" y="291411"/>
                  </a:cubicBezTo>
                  <a:cubicBezTo>
                    <a:pt x="4710932" y="224131"/>
                    <a:pt x="4692625" y="157758"/>
                    <a:pt x="4673358" y="92042"/>
                  </a:cubicBezTo>
                  <a:lnTo>
                    <a:pt x="4644342" y="0"/>
                  </a:lnTo>
                  <a:lnTo>
                    <a:pt x="4862756" y="0"/>
                  </a:lnTo>
                  <a:lnTo>
                    <a:pt x="4876138" y="45680"/>
                  </a:lnTo>
                  <a:cubicBezTo>
                    <a:pt x="4892005" y="117818"/>
                    <a:pt x="4903077" y="190532"/>
                    <a:pt x="4911707" y="263329"/>
                  </a:cubicBezTo>
                  <a:cubicBezTo>
                    <a:pt x="4920513" y="336044"/>
                    <a:pt x="4927575" y="408677"/>
                    <a:pt x="4934809" y="481145"/>
                  </a:cubicBezTo>
                  <a:cubicBezTo>
                    <a:pt x="4941697" y="553694"/>
                    <a:pt x="4947799" y="626244"/>
                    <a:pt x="4953205" y="698959"/>
                  </a:cubicBezTo>
                  <a:lnTo>
                    <a:pt x="4956953" y="753557"/>
                  </a:lnTo>
                  <a:cubicBezTo>
                    <a:pt x="4957651" y="762533"/>
                    <a:pt x="4958087" y="772168"/>
                    <a:pt x="4958611" y="781638"/>
                  </a:cubicBezTo>
                  <a:cubicBezTo>
                    <a:pt x="4959133" y="791108"/>
                    <a:pt x="4959657" y="800661"/>
                    <a:pt x="4959831" y="810213"/>
                  </a:cubicBezTo>
                  <a:cubicBezTo>
                    <a:pt x="4961139" y="848341"/>
                    <a:pt x="4960703" y="886798"/>
                    <a:pt x="4958174" y="925338"/>
                  </a:cubicBezTo>
                  <a:cubicBezTo>
                    <a:pt x="4948759" y="1079578"/>
                    <a:pt x="4904907" y="1234972"/>
                    <a:pt x="4834030" y="1377519"/>
                  </a:cubicBezTo>
                  <a:cubicBezTo>
                    <a:pt x="4763327" y="1520478"/>
                    <a:pt x="4665861" y="1648779"/>
                    <a:pt x="4558106" y="1761515"/>
                  </a:cubicBezTo>
                  <a:cubicBezTo>
                    <a:pt x="4504229" y="1818090"/>
                    <a:pt x="4447650" y="1871123"/>
                    <a:pt x="4389937" y="1921603"/>
                  </a:cubicBezTo>
                  <a:cubicBezTo>
                    <a:pt x="4332223" y="1972083"/>
                    <a:pt x="4273726" y="2020669"/>
                    <a:pt x="4214618" y="2067115"/>
                  </a:cubicBezTo>
                  <a:cubicBezTo>
                    <a:pt x="4096664" y="2160417"/>
                    <a:pt x="3976094" y="2245484"/>
                    <a:pt x="3858489" y="2329316"/>
                  </a:cubicBezTo>
                  <a:lnTo>
                    <a:pt x="3768868" y="2393301"/>
                  </a:lnTo>
                  <a:cubicBezTo>
                    <a:pt x="3738529" y="2414794"/>
                    <a:pt x="3707929" y="2436452"/>
                    <a:pt x="3676806" y="2457698"/>
                  </a:cubicBezTo>
                  <a:cubicBezTo>
                    <a:pt x="3645770" y="2479027"/>
                    <a:pt x="3614385" y="2500273"/>
                    <a:pt x="3582477" y="2521272"/>
                  </a:cubicBezTo>
                  <a:cubicBezTo>
                    <a:pt x="3550483" y="2542107"/>
                    <a:pt x="3518226" y="2562776"/>
                    <a:pt x="3485185" y="2583035"/>
                  </a:cubicBezTo>
                  <a:cubicBezTo>
                    <a:pt x="3419451" y="2623633"/>
                    <a:pt x="3351625" y="2662996"/>
                    <a:pt x="3280923" y="2698983"/>
                  </a:cubicBezTo>
                  <a:cubicBezTo>
                    <a:pt x="3210307" y="2735134"/>
                    <a:pt x="3137251" y="2768732"/>
                    <a:pt x="3061230" y="2797555"/>
                  </a:cubicBezTo>
                  <a:cubicBezTo>
                    <a:pt x="2909886" y="2856024"/>
                    <a:pt x="2747295" y="2895468"/>
                    <a:pt x="2583137" y="2910950"/>
                  </a:cubicBezTo>
                  <a:cubicBezTo>
                    <a:pt x="2542075" y="2914657"/>
                    <a:pt x="2501013" y="2917456"/>
                    <a:pt x="2460038" y="2918280"/>
                  </a:cubicBezTo>
                  <a:lnTo>
                    <a:pt x="2429263" y="2918938"/>
                  </a:lnTo>
                  <a:cubicBezTo>
                    <a:pt x="2419064" y="2919021"/>
                    <a:pt x="2408777" y="2918774"/>
                    <a:pt x="2398576" y="2918774"/>
                  </a:cubicBezTo>
                  <a:lnTo>
                    <a:pt x="2367977" y="2918444"/>
                  </a:lnTo>
                  <a:lnTo>
                    <a:pt x="2338249" y="2917374"/>
                  </a:lnTo>
                  <a:cubicBezTo>
                    <a:pt x="2259089" y="2914985"/>
                    <a:pt x="2179756" y="2909057"/>
                    <a:pt x="2100770" y="2899503"/>
                  </a:cubicBezTo>
                  <a:cubicBezTo>
                    <a:pt x="2021699" y="2890445"/>
                    <a:pt x="1942801" y="2877434"/>
                    <a:pt x="1864776" y="2860141"/>
                  </a:cubicBezTo>
                  <a:cubicBezTo>
                    <a:pt x="1786836" y="2842683"/>
                    <a:pt x="1709508" y="2822013"/>
                    <a:pt x="1632964" y="2798461"/>
                  </a:cubicBezTo>
                  <a:cubicBezTo>
                    <a:pt x="1480138" y="2750946"/>
                    <a:pt x="1329055" y="2691818"/>
                    <a:pt x="1189219" y="2613010"/>
                  </a:cubicBezTo>
                  <a:cubicBezTo>
                    <a:pt x="1049296" y="2534366"/>
                    <a:pt x="924367" y="2434640"/>
                    <a:pt x="815305" y="2324292"/>
                  </a:cubicBezTo>
                  <a:cubicBezTo>
                    <a:pt x="760469" y="2269200"/>
                    <a:pt x="710603" y="2210567"/>
                    <a:pt x="663699" y="2150535"/>
                  </a:cubicBezTo>
                  <a:cubicBezTo>
                    <a:pt x="617059" y="2090255"/>
                    <a:pt x="572684" y="2029069"/>
                    <a:pt x="531274" y="1966565"/>
                  </a:cubicBezTo>
                  <a:cubicBezTo>
                    <a:pt x="520638" y="1951084"/>
                    <a:pt x="510612" y="1935355"/>
                    <a:pt x="500325" y="1919709"/>
                  </a:cubicBezTo>
                  <a:lnTo>
                    <a:pt x="470771" y="1874252"/>
                  </a:lnTo>
                  <a:cubicBezTo>
                    <a:pt x="451853" y="1844853"/>
                    <a:pt x="432238" y="1815701"/>
                    <a:pt x="412448" y="1786137"/>
                  </a:cubicBezTo>
                  <a:lnTo>
                    <a:pt x="291616" y="1606122"/>
                  </a:lnTo>
                  <a:cubicBezTo>
                    <a:pt x="251078" y="1544771"/>
                    <a:pt x="211062" y="1481609"/>
                    <a:pt x="173662" y="1415812"/>
                  </a:cubicBezTo>
                  <a:cubicBezTo>
                    <a:pt x="155005" y="1382872"/>
                    <a:pt x="136960" y="1349355"/>
                    <a:pt x="120483" y="1314934"/>
                  </a:cubicBezTo>
                  <a:cubicBezTo>
                    <a:pt x="104093" y="1280429"/>
                    <a:pt x="88837" y="1245266"/>
                    <a:pt x="75324" y="1209361"/>
                  </a:cubicBezTo>
                  <a:cubicBezTo>
                    <a:pt x="62072" y="1173375"/>
                    <a:pt x="50303" y="1136893"/>
                    <a:pt x="40713" y="1099837"/>
                  </a:cubicBezTo>
                  <a:cubicBezTo>
                    <a:pt x="36180" y="1081308"/>
                    <a:pt x="31560" y="1062697"/>
                    <a:pt x="27811" y="1044004"/>
                  </a:cubicBezTo>
                  <a:lnTo>
                    <a:pt x="22144" y="1016004"/>
                  </a:lnTo>
                  <a:lnTo>
                    <a:pt x="17436" y="987923"/>
                  </a:lnTo>
                  <a:cubicBezTo>
                    <a:pt x="5144" y="912986"/>
                    <a:pt x="0" y="837636"/>
                    <a:pt x="0" y="762944"/>
                  </a:cubicBezTo>
                  <a:cubicBezTo>
                    <a:pt x="349" y="615951"/>
                    <a:pt x="16652" y="468957"/>
                    <a:pt x="48385" y="324597"/>
                  </a:cubicBezTo>
                  <a:cubicBezTo>
                    <a:pt x="64209" y="252459"/>
                    <a:pt x="84238" y="181021"/>
                    <a:pt x="108474" y="11083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FE819012-9C3E-5513-0F63-68DFFD6A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666325 w 4934374"/>
                <a:gd name="connsiteY1" fmla="*/ 0 h 2888360"/>
                <a:gd name="connsiteX2" fmla="*/ 626038 w 4934374"/>
                <a:gd name="connsiteY2" fmla="*/ 65170 h 2888360"/>
                <a:gd name="connsiteX3" fmla="*/ 435986 w 4934374"/>
                <a:gd name="connsiteY3" fmla="*/ 779635 h 2888360"/>
                <a:gd name="connsiteX4" fmla="*/ 750530 w 4934374"/>
                <a:gd name="connsiteY4" fmla="*/ 1443043 h 2888360"/>
                <a:gd name="connsiteX5" fmla="*/ 909024 w 4934374"/>
                <a:gd name="connsiteY5" fmla="*/ 1653610 h 2888360"/>
                <a:gd name="connsiteX6" fmla="*/ 2396223 w 4934374"/>
                <a:gd name="connsiteY6" fmla="*/ 2476694 h 2888360"/>
                <a:gd name="connsiteX7" fmla="*/ 3525201 w 4934374"/>
                <a:gd name="connsiteY7" fmla="*/ 1970327 h 2888360"/>
                <a:gd name="connsiteX8" fmla="*/ 3662596 w 4934374"/>
                <a:gd name="connsiteY8" fmla="*/ 1869778 h 2888360"/>
                <a:gd name="connsiteX9" fmla="*/ 4287500 w 4934374"/>
                <a:gd name="connsiteY9" fmla="*/ 1344141 h 2888360"/>
                <a:gd name="connsiteX10" fmla="*/ 4498563 w 4934374"/>
                <a:gd name="connsiteY10" fmla="*/ 779635 h 2888360"/>
                <a:gd name="connsiteX11" fmla="*/ 4376239 w 4934374"/>
                <a:gd name="connsiteY11" fmla="*/ 16511 h 2888360"/>
                <a:gd name="connsiteX12" fmla="*/ 4369703 w 4934374"/>
                <a:gd name="connsiteY12" fmla="*/ 0 h 2888360"/>
                <a:gd name="connsiteX13" fmla="*/ 4823642 w 4934374"/>
                <a:gd name="connsiteY13" fmla="*/ 0 h 2888360"/>
                <a:gd name="connsiteX14" fmla="*/ 4850554 w 4934374"/>
                <a:gd name="connsiteY14" fmla="*/ 89409 h 2888360"/>
                <a:gd name="connsiteX15" fmla="*/ 4934374 w 4934374"/>
                <a:gd name="connsiteY15" fmla="*/ 779553 h 2888360"/>
                <a:gd name="connsiteX16" fmla="*/ 3793540 w 4934374"/>
                <a:gd name="connsiteY16" fmla="*/ 2294701 h 2888360"/>
                <a:gd name="connsiteX17" fmla="*/ 2396135 w 4934374"/>
                <a:gd name="connsiteY17" fmla="*/ 2888360 h 2888360"/>
                <a:gd name="connsiteX18" fmla="*/ 548273 w 4934374"/>
                <a:gd name="connsiteY18" fmla="*/ 1884684 h 2888360"/>
                <a:gd name="connsiteX19" fmla="*/ 0 w 4934374"/>
                <a:gd name="connsiteY19" fmla="*/ 779553 h 2888360"/>
                <a:gd name="connsiteX20" fmla="*/ 137335 w 4934374"/>
                <a:gd name="connsiteY20"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34374" h="2888360">
                  <a:moveTo>
                    <a:pt x="179816" y="0"/>
                  </a:moveTo>
                  <a:lnTo>
                    <a:pt x="666325" y="0"/>
                  </a:lnTo>
                  <a:lnTo>
                    <a:pt x="626038" y="65170"/>
                  </a:lnTo>
                  <a:cubicBezTo>
                    <a:pt x="499976" y="295913"/>
                    <a:pt x="435986" y="536292"/>
                    <a:pt x="435986" y="779635"/>
                  </a:cubicBezTo>
                  <a:cubicBezTo>
                    <a:pt x="435986" y="1024707"/>
                    <a:pt x="538074" y="1167830"/>
                    <a:pt x="750530" y="1443043"/>
                  </a:cubicBezTo>
                  <a:cubicBezTo>
                    <a:pt x="801792" y="1509416"/>
                    <a:pt x="854797" y="1578096"/>
                    <a:pt x="909024" y="1653610"/>
                  </a:cubicBezTo>
                  <a:cubicBezTo>
                    <a:pt x="1323389" y="2230552"/>
                    <a:pt x="1768180" y="2476694"/>
                    <a:pt x="2396223" y="2476694"/>
                  </a:cubicBezTo>
                  <a:cubicBezTo>
                    <a:pt x="2808409" y="2476694"/>
                    <a:pt x="3110835" y="2276173"/>
                    <a:pt x="3525201" y="1970327"/>
                  </a:cubicBezTo>
                  <a:cubicBezTo>
                    <a:pt x="3571493" y="1936152"/>
                    <a:pt x="3617786" y="1902388"/>
                    <a:pt x="3662596" y="1869778"/>
                  </a:cubicBezTo>
                  <a:cubicBezTo>
                    <a:pt x="3905479" y="1692809"/>
                    <a:pt x="4134849" y="1525640"/>
                    <a:pt x="4287500" y="1344141"/>
                  </a:cubicBezTo>
                  <a:cubicBezTo>
                    <a:pt x="4433439" y="1170630"/>
                    <a:pt x="4498563" y="996543"/>
                    <a:pt x="4498563" y="779635"/>
                  </a:cubicBezTo>
                  <a:cubicBezTo>
                    <a:pt x="4498563" y="507799"/>
                    <a:pt x="4456499" y="249674"/>
                    <a:pt x="4376239" y="16511"/>
                  </a:cubicBezTo>
                  <a:lnTo>
                    <a:pt x="4369703"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8404E653-81AA-C595-9684-B16E1F5F5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767292 w 4934374"/>
                <a:gd name="connsiteY1" fmla="*/ 0 h 2888360"/>
                <a:gd name="connsiteX2" fmla="*/ 703453 w 4934374"/>
                <a:gd name="connsiteY2" fmla="*/ 102886 h 2888360"/>
                <a:gd name="connsiteX3" fmla="*/ 523079 w 4934374"/>
                <a:gd name="connsiteY3" fmla="*/ 779635 h 2888360"/>
                <a:gd name="connsiteX4" fmla="*/ 820885 w 4934374"/>
                <a:gd name="connsiteY4" fmla="*/ 1394539 h 2888360"/>
                <a:gd name="connsiteX5" fmla="*/ 981122 w 4934374"/>
                <a:gd name="connsiteY5" fmla="*/ 1607412 h 2888360"/>
                <a:gd name="connsiteX6" fmla="*/ 1592426 w 4934374"/>
                <a:gd name="connsiteY6" fmla="*/ 2196871 h 2888360"/>
                <a:gd name="connsiteX7" fmla="*/ 2396135 w 4934374"/>
                <a:gd name="connsiteY7" fmla="*/ 2394345 h 2888360"/>
                <a:gd name="connsiteX8" fmla="*/ 2913111 w 4934374"/>
                <a:gd name="connsiteY8" fmla="*/ 2268597 h 2888360"/>
                <a:gd name="connsiteX9" fmla="*/ 3471411 w 4934374"/>
                <a:gd name="connsiteY9" fmla="*/ 1905518 h 2888360"/>
                <a:gd name="connsiteX10" fmla="*/ 3609242 w 4934374"/>
                <a:gd name="connsiteY10" fmla="*/ 1804640 h 2888360"/>
                <a:gd name="connsiteX11" fmla="*/ 4219151 w 4934374"/>
                <a:gd name="connsiteY11" fmla="*/ 1292919 h 2888360"/>
                <a:gd name="connsiteX12" fmla="*/ 4411295 w 4934374"/>
                <a:gd name="connsiteY12" fmla="*/ 779635 h 2888360"/>
                <a:gd name="connsiteX13" fmla="*/ 4294235 w 4934374"/>
                <a:gd name="connsiteY13" fmla="*/ 44685 h 2888360"/>
                <a:gd name="connsiteX14" fmla="*/ 4276624 w 4934374"/>
                <a:gd name="connsiteY14" fmla="*/ 0 h 2888360"/>
                <a:gd name="connsiteX15" fmla="*/ 4823642 w 4934374"/>
                <a:gd name="connsiteY15" fmla="*/ 0 h 2888360"/>
                <a:gd name="connsiteX16" fmla="*/ 4850554 w 4934374"/>
                <a:gd name="connsiteY16" fmla="*/ 89409 h 2888360"/>
                <a:gd name="connsiteX17" fmla="*/ 4934374 w 4934374"/>
                <a:gd name="connsiteY17" fmla="*/ 779553 h 2888360"/>
                <a:gd name="connsiteX18" fmla="*/ 3793540 w 4934374"/>
                <a:gd name="connsiteY18" fmla="*/ 2294701 h 2888360"/>
                <a:gd name="connsiteX19" fmla="*/ 2396135 w 4934374"/>
                <a:gd name="connsiteY19" fmla="*/ 2888360 h 2888360"/>
                <a:gd name="connsiteX20" fmla="*/ 548273 w 4934374"/>
                <a:gd name="connsiteY20" fmla="*/ 1884684 h 2888360"/>
                <a:gd name="connsiteX21" fmla="*/ 0 w 4934374"/>
                <a:gd name="connsiteY21" fmla="*/ 779553 h 2888360"/>
                <a:gd name="connsiteX22" fmla="*/ 137335 w 4934374"/>
                <a:gd name="connsiteY22"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934374" h="2888360">
                  <a:moveTo>
                    <a:pt x="179816" y="0"/>
                  </a:moveTo>
                  <a:lnTo>
                    <a:pt x="767292" y="0"/>
                  </a:lnTo>
                  <a:lnTo>
                    <a:pt x="703453" y="102886"/>
                  </a:lnTo>
                  <a:cubicBezTo>
                    <a:pt x="583756" y="321853"/>
                    <a:pt x="523079" y="549550"/>
                    <a:pt x="523079" y="779635"/>
                  </a:cubicBezTo>
                  <a:cubicBezTo>
                    <a:pt x="523079" y="999508"/>
                    <a:pt x="614356" y="1127068"/>
                    <a:pt x="820885" y="1394539"/>
                  </a:cubicBezTo>
                  <a:cubicBezTo>
                    <a:pt x="872582" y="1461489"/>
                    <a:pt x="926023" y="1530745"/>
                    <a:pt x="981122" y="1607412"/>
                  </a:cubicBezTo>
                  <a:cubicBezTo>
                    <a:pt x="1175968" y="1878671"/>
                    <a:pt x="1375871" y="2071535"/>
                    <a:pt x="1592426" y="2196871"/>
                  </a:cubicBezTo>
                  <a:cubicBezTo>
                    <a:pt x="1821970" y="2329783"/>
                    <a:pt x="2084904" y="2394345"/>
                    <a:pt x="2396135" y="2394345"/>
                  </a:cubicBezTo>
                  <a:cubicBezTo>
                    <a:pt x="2572762" y="2394345"/>
                    <a:pt x="2737009" y="2354405"/>
                    <a:pt x="2913111" y="2268597"/>
                  </a:cubicBezTo>
                  <a:cubicBezTo>
                    <a:pt x="3093922" y="2180483"/>
                    <a:pt x="3272903" y="2052018"/>
                    <a:pt x="3471411" y="1905518"/>
                  </a:cubicBezTo>
                  <a:cubicBezTo>
                    <a:pt x="3517964" y="1871178"/>
                    <a:pt x="3564344" y="1837332"/>
                    <a:pt x="3609242" y="1804640"/>
                  </a:cubicBezTo>
                  <a:cubicBezTo>
                    <a:pt x="3847765" y="1630800"/>
                    <a:pt x="4073038" y="1466594"/>
                    <a:pt x="4219151" y="1292919"/>
                  </a:cubicBezTo>
                  <a:cubicBezTo>
                    <a:pt x="4353843" y="1132832"/>
                    <a:pt x="4411295" y="979332"/>
                    <a:pt x="4411295" y="779635"/>
                  </a:cubicBezTo>
                  <a:cubicBezTo>
                    <a:pt x="4411295" y="517475"/>
                    <a:pt x="4371040" y="268882"/>
                    <a:pt x="4294235" y="44685"/>
                  </a:cubicBezTo>
                  <a:lnTo>
                    <a:pt x="4276624"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E4707A58-1711-384D-E7A0-DFC99D94F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7711" y="0"/>
              <a:ext cx="5069918" cy="3133064"/>
            </a:xfrm>
            <a:custGeom>
              <a:avLst/>
              <a:gdLst>
                <a:gd name="connsiteX0" fmla="*/ 153448 w 5069918"/>
                <a:gd name="connsiteY0" fmla="*/ 0 h 3133064"/>
                <a:gd name="connsiteX1" fmla="*/ 215434 w 5069918"/>
                <a:gd name="connsiteY1" fmla="*/ 0 h 3133064"/>
                <a:gd name="connsiteX2" fmla="*/ 215073 w 5069918"/>
                <a:gd name="connsiteY2" fmla="*/ 727 h 3133064"/>
                <a:gd name="connsiteX3" fmla="*/ 202868 w 5069918"/>
                <a:gd name="connsiteY3" fmla="*/ 26255 h 3133064"/>
                <a:gd name="connsiteX4" fmla="*/ 191273 w 5069918"/>
                <a:gd name="connsiteY4" fmla="*/ 52030 h 3133064"/>
                <a:gd name="connsiteX5" fmla="*/ 169129 w 5069918"/>
                <a:gd name="connsiteY5" fmla="*/ 103993 h 3133064"/>
                <a:gd name="connsiteX6" fmla="*/ 148381 w 5069918"/>
                <a:gd name="connsiteY6" fmla="*/ 156532 h 3133064"/>
                <a:gd name="connsiteX7" fmla="*/ 80903 w 5069918"/>
                <a:gd name="connsiteY7" fmla="*/ 371711 h 3133064"/>
                <a:gd name="connsiteX8" fmla="*/ 26154 w 5069918"/>
                <a:gd name="connsiteY8" fmla="*/ 817551 h 3133064"/>
                <a:gd name="connsiteX9" fmla="*/ 49169 w 5069918"/>
                <a:gd name="connsiteY9" fmla="*/ 1040143 h 3133064"/>
                <a:gd name="connsiteX10" fmla="*/ 119437 w 5069918"/>
                <a:gd name="connsiteY10" fmla="*/ 1253016 h 3133064"/>
                <a:gd name="connsiteX11" fmla="*/ 143672 w 5069918"/>
                <a:gd name="connsiteY11" fmla="*/ 1303908 h 3133064"/>
                <a:gd name="connsiteX12" fmla="*/ 170611 w 5069918"/>
                <a:gd name="connsiteY12" fmla="*/ 1353648 h 3133064"/>
                <a:gd name="connsiteX13" fmla="*/ 230330 w 5069918"/>
                <a:gd name="connsiteY13" fmla="*/ 1450079 h 3133064"/>
                <a:gd name="connsiteX14" fmla="*/ 279545 w 5069918"/>
                <a:gd name="connsiteY14" fmla="*/ 1519627 h 3133064"/>
                <a:gd name="connsiteX15" fmla="*/ 228347 w 5069918"/>
                <a:gd name="connsiteY15" fmla="*/ 1437024 h 3133064"/>
                <a:gd name="connsiteX16" fmla="*/ 175168 w 5069918"/>
                <a:gd name="connsiteY16" fmla="*/ 1336146 h 3133064"/>
                <a:gd name="connsiteX17" fmla="*/ 130009 w 5069918"/>
                <a:gd name="connsiteY17" fmla="*/ 1230573 h 3133064"/>
                <a:gd name="connsiteX18" fmla="*/ 95398 w 5069918"/>
                <a:gd name="connsiteY18" fmla="*/ 1121049 h 3133064"/>
                <a:gd name="connsiteX19" fmla="*/ 82496 w 5069918"/>
                <a:gd name="connsiteY19" fmla="*/ 1065216 h 3133064"/>
                <a:gd name="connsiteX20" fmla="*/ 76829 w 5069918"/>
                <a:gd name="connsiteY20" fmla="*/ 1037216 h 3133064"/>
                <a:gd name="connsiteX21" fmla="*/ 72121 w 5069918"/>
                <a:gd name="connsiteY21" fmla="*/ 1009135 h 3133064"/>
                <a:gd name="connsiteX22" fmla="*/ 54685 w 5069918"/>
                <a:gd name="connsiteY22" fmla="*/ 784156 h 3133064"/>
                <a:gd name="connsiteX23" fmla="*/ 103070 w 5069918"/>
                <a:gd name="connsiteY23" fmla="*/ 345810 h 3133064"/>
                <a:gd name="connsiteX24" fmla="*/ 163159 w 5069918"/>
                <a:gd name="connsiteY24" fmla="*/ 132051 h 3133064"/>
                <a:gd name="connsiteX25" fmla="*/ 217797 w 5069918"/>
                <a:gd name="connsiteY25" fmla="*/ 0 h 3133064"/>
                <a:gd name="connsiteX26" fmla="*/ 848227 w 5069918"/>
                <a:gd name="connsiteY26" fmla="*/ 0 h 3133064"/>
                <a:gd name="connsiteX27" fmla="*/ 771226 w 5069918"/>
                <a:gd name="connsiteY27" fmla="*/ 124098 h 3133064"/>
                <a:gd name="connsiteX28" fmla="*/ 590852 w 5069918"/>
                <a:gd name="connsiteY28" fmla="*/ 800847 h 3133064"/>
                <a:gd name="connsiteX29" fmla="*/ 888658 w 5069918"/>
                <a:gd name="connsiteY29" fmla="*/ 1415751 h 3133064"/>
                <a:gd name="connsiteX30" fmla="*/ 1048895 w 5069918"/>
                <a:gd name="connsiteY30" fmla="*/ 1628624 h 3133064"/>
                <a:gd name="connsiteX31" fmla="*/ 1660199 w 5069918"/>
                <a:gd name="connsiteY31" fmla="*/ 2218083 h 3133064"/>
                <a:gd name="connsiteX32" fmla="*/ 2463908 w 5069918"/>
                <a:gd name="connsiteY32" fmla="*/ 2415557 h 3133064"/>
                <a:gd name="connsiteX33" fmla="*/ 2980884 w 5069918"/>
                <a:gd name="connsiteY33" fmla="*/ 2289809 h 3133064"/>
                <a:gd name="connsiteX34" fmla="*/ 3539184 w 5069918"/>
                <a:gd name="connsiteY34" fmla="*/ 1926730 h 3133064"/>
                <a:gd name="connsiteX35" fmla="*/ 3677015 w 5069918"/>
                <a:gd name="connsiteY35" fmla="*/ 1825852 h 3133064"/>
                <a:gd name="connsiteX36" fmla="*/ 4286924 w 5069918"/>
                <a:gd name="connsiteY36" fmla="*/ 1314131 h 3133064"/>
                <a:gd name="connsiteX37" fmla="*/ 4479068 w 5069918"/>
                <a:gd name="connsiteY37" fmla="*/ 800847 h 3133064"/>
                <a:gd name="connsiteX38" fmla="*/ 4362007 w 5069918"/>
                <a:gd name="connsiteY38" fmla="*/ 65898 h 3133064"/>
                <a:gd name="connsiteX39" fmla="*/ 4336037 w 5069918"/>
                <a:gd name="connsiteY39" fmla="*/ 0 h 3133064"/>
                <a:gd name="connsiteX40" fmla="*/ 4913604 w 5069918"/>
                <a:gd name="connsiteY40" fmla="*/ 0 h 3133064"/>
                <a:gd name="connsiteX41" fmla="*/ 4930823 w 5069918"/>
                <a:gd name="connsiteY41" fmla="*/ 66892 h 3133064"/>
                <a:gd name="connsiteX42" fmla="*/ 4940407 w 5069918"/>
                <a:gd name="connsiteY42" fmla="*/ 125535 h 3133064"/>
                <a:gd name="connsiteX43" fmla="*/ 4982006 w 5069918"/>
                <a:gd name="connsiteY43" fmla="*/ 278378 h 3133064"/>
                <a:gd name="connsiteX44" fmla="*/ 5027482 w 5069918"/>
                <a:gd name="connsiteY44" fmla="*/ 504952 h 3133064"/>
                <a:gd name="connsiteX45" fmla="*/ 5058082 w 5069918"/>
                <a:gd name="connsiteY45" fmla="*/ 734049 h 3133064"/>
                <a:gd name="connsiteX46" fmla="*/ 5063486 w 5069918"/>
                <a:gd name="connsiteY46" fmla="*/ 791612 h 3133064"/>
                <a:gd name="connsiteX47" fmla="*/ 5067846 w 5069918"/>
                <a:gd name="connsiteY47" fmla="*/ 850245 h 3133064"/>
                <a:gd name="connsiteX48" fmla="*/ 5069414 w 5069918"/>
                <a:gd name="connsiteY48" fmla="*/ 969733 h 3133064"/>
                <a:gd name="connsiteX49" fmla="*/ 5040732 w 5069918"/>
                <a:gd name="connsiteY49" fmla="*/ 1209783 h 3133064"/>
                <a:gd name="connsiteX50" fmla="*/ 4964102 w 5069918"/>
                <a:gd name="connsiteY50" fmla="*/ 1442832 h 3133064"/>
                <a:gd name="connsiteX51" fmla="*/ 4689486 w 5069918"/>
                <a:gd name="connsiteY51" fmla="*/ 1849969 h 3133064"/>
                <a:gd name="connsiteX52" fmla="*/ 4333792 w 5069918"/>
                <a:gd name="connsiteY52" fmla="*/ 2176567 h 3133064"/>
                <a:gd name="connsiteX53" fmla="*/ 3965196 w 5069918"/>
                <a:gd name="connsiteY53" fmla="*/ 2468002 h 3133064"/>
                <a:gd name="connsiteX54" fmla="*/ 3873745 w 5069918"/>
                <a:gd name="connsiteY54" fmla="*/ 2541128 h 3133064"/>
                <a:gd name="connsiteX55" fmla="*/ 3779416 w 5069918"/>
                <a:gd name="connsiteY55" fmla="*/ 2614666 h 3133064"/>
                <a:gd name="connsiteX56" fmla="*/ 3582739 w 5069918"/>
                <a:gd name="connsiteY56" fmla="*/ 2756555 h 3133064"/>
                <a:gd name="connsiteX57" fmla="*/ 3371851 w 5069918"/>
                <a:gd name="connsiteY57" fmla="*/ 2886338 h 3133064"/>
                <a:gd name="connsiteX58" fmla="*/ 3143614 w 5069918"/>
                <a:gd name="connsiteY58" fmla="*/ 2995780 h 3133064"/>
                <a:gd name="connsiteX59" fmla="*/ 2643552 w 5069918"/>
                <a:gd name="connsiteY59" fmla="*/ 3122516 h 3133064"/>
                <a:gd name="connsiteX60" fmla="*/ 2514264 w 5069918"/>
                <a:gd name="connsiteY60" fmla="*/ 3131657 h 3133064"/>
                <a:gd name="connsiteX61" fmla="*/ 2481920 w 5069918"/>
                <a:gd name="connsiteY61" fmla="*/ 3132810 h 3133064"/>
                <a:gd name="connsiteX62" fmla="*/ 2449664 w 5069918"/>
                <a:gd name="connsiteY62" fmla="*/ 3132975 h 3133064"/>
                <a:gd name="connsiteX63" fmla="*/ 2386284 w 5069918"/>
                <a:gd name="connsiteY63" fmla="*/ 3132234 h 3133064"/>
                <a:gd name="connsiteX64" fmla="*/ 2260658 w 5069918"/>
                <a:gd name="connsiteY64" fmla="*/ 3127292 h 3133064"/>
                <a:gd name="connsiteX65" fmla="*/ 2134945 w 5069918"/>
                <a:gd name="connsiteY65" fmla="*/ 3115928 h 3133064"/>
                <a:gd name="connsiteX66" fmla="*/ 1884564 w 5069918"/>
                <a:gd name="connsiteY66" fmla="*/ 3075412 h 3133064"/>
                <a:gd name="connsiteX67" fmla="*/ 1639764 w 5069918"/>
                <a:gd name="connsiteY67" fmla="*/ 3005498 h 3133064"/>
                <a:gd name="connsiteX68" fmla="*/ 1407081 w 5069918"/>
                <a:gd name="connsiteY68" fmla="*/ 2904125 h 3133064"/>
                <a:gd name="connsiteX69" fmla="*/ 1193491 w 5069918"/>
                <a:gd name="connsiteY69" fmla="*/ 2772201 h 3133064"/>
                <a:gd name="connsiteX70" fmla="*/ 836141 w 5069918"/>
                <a:gd name="connsiteY70" fmla="*/ 2439839 h 3133064"/>
                <a:gd name="connsiteX71" fmla="*/ 690812 w 5069918"/>
                <a:gd name="connsiteY71" fmla="*/ 2251422 h 3133064"/>
                <a:gd name="connsiteX72" fmla="*/ 562397 w 5069918"/>
                <a:gd name="connsiteY72" fmla="*/ 2054937 h 3133064"/>
                <a:gd name="connsiteX73" fmla="*/ 502504 w 5069918"/>
                <a:gd name="connsiteY73" fmla="*/ 1957435 h 3133064"/>
                <a:gd name="connsiteX74" fmla="*/ 440258 w 5069918"/>
                <a:gd name="connsiteY74" fmla="*/ 1861580 h 3133064"/>
                <a:gd name="connsiteX75" fmla="*/ 310360 w 5069918"/>
                <a:gd name="connsiteY75" fmla="*/ 1670693 h 3133064"/>
                <a:gd name="connsiteX76" fmla="*/ 246806 w 5069918"/>
                <a:gd name="connsiteY76" fmla="*/ 1573603 h 3133064"/>
                <a:gd name="connsiteX77" fmla="*/ 186303 w 5069918"/>
                <a:gd name="connsiteY77" fmla="*/ 1474372 h 3133064"/>
                <a:gd name="connsiteX78" fmla="*/ 84390 w 5069918"/>
                <a:gd name="connsiteY78" fmla="*/ 1266192 h 3133064"/>
                <a:gd name="connsiteX79" fmla="*/ 20139 w 5069918"/>
                <a:gd name="connsiteY79" fmla="*/ 1045249 h 3133064"/>
                <a:gd name="connsiteX80" fmla="*/ 0 w 5069918"/>
                <a:gd name="connsiteY80" fmla="*/ 817551 h 3133064"/>
                <a:gd name="connsiteX81" fmla="*/ 102773 w 5069918"/>
                <a:gd name="connsiteY81" fmla="*/ 142588 h 31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069918" h="3133064">
                  <a:moveTo>
                    <a:pt x="153448" y="0"/>
                  </a:moveTo>
                  <a:lnTo>
                    <a:pt x="215434" y="0"/>
                  </a:lnTo>
                  <a:lnTo>
                    <a:pt x="215073" y="727"/>
                  </a:lnTo>
                  <a:lnTo>
                    <a:pt x="202868" y="26255"/>
                  </a:lnTo>
                  <a:lnTo>
                    <a:pt x="191273" y="52030"/>
                  </a:lnTo>
                  <a:cubicBezTo>
                    <a:pt x="183688" y="69241"/>
                    <a:pt x="176016" y="86452"/>
                    <a:pt x="169129" y="103993"/>
                  </a:cubicBezTo>
                  <a:cubicBezTo>
                    <a:pt x="162242" y="121533"/>
                    <a:pt x="154658" y="138827"/>
                    <a:pt x="148381" y="156532"/>
                  </a:cubicBezTo>
                  <a:cubicBezTo>
                    <a:pt x="121529" y="226858"/>
                    <a:pt x="98775" y="298667"/>
                    <a:pt x="80903" y="371711"/>
                  </a:cubicBezTo>
                  <a:cubicBezTo>
                    <a:pt x="44636" y="517470"/>
                    <a:pt x="26067" y="667511"/>
                    <a:pt x="26154" y="817551"/>
                  </a:cubicBezTo>
                  <a:cubicBezTo>
                    <a:pt x="26589" y="892326"/>
                    <a:pt x="34000" y="966934"/>
                    <a:pt x="49169" y="1040143"/>
                  </a:cubicBezTo>
                  <a:cubicBezTo>
                    <a:pt x="65123" y="1113187"/>
                    <a:pt x="88226" y="1184666"/>
                    <a:pt x="119437" y="1253016"/>
                  </a:cubicBezTo>
                  <a:cubicBezTo>
                    <a:pt x="126847" y="1270228"/>
                    <a:pt x="135478" y="1287027"/>
                    <a:pt x="143672" y="1303908"/>
                  </a:cubicBezTo>
                  <a:cubicBezTo>
                    <a:pt x="152565" y="1320543"/>
                    <a:pt x="161021" y="1337342"/>
                    <a:pt x="170611" y="1353648"/>
                  </a:cubicBezTo>
                  <a:cubicBezTo>
                    <a:pt x="188919" y="1386587"/>
                    <a:pt x="209319" y="1418539"/>
                    <a:pt x="230330" y="1450079"/>
                  </a:cubicBezTo>
                  <a:lnTo>
                    <a:pt x="279545" y="1519627"/>
                  </a:lnTo>
                  <a:lnTo>
                    <a:pt x="228347" y="1437024"/>
                  </a:lnTo>
                  <a:cubicBezTo>
                    <a:pt x="209690" y="1404084"/>
                    <a:pt x="191645" y="1370567"/>
                    <a:pt x="175168" y="1336146"/>
                  </a:cubicBezTo>
                  <a:cubicBezTo>
                    <a:pt x="158778" y="1301641"/>
                    <a:pt x="143522" y="1266478"/>
                    <a:pt x="130009" y="1230573"/>
                  </a:cubicBezTo>
                  <a:cubicBezTo>
                    <a:pt x="116757" y="1194587"/>
                    <a:pt x="104988" y="1158105"/>
                    <a:pt x="95398" y="1121049"/>
                  </a:cubicBezTo>
                  <a:cubicBezTo>
                    <a:pt x="90865" y="1102520"/>
                    <a:pt x="86245" y="1083909"/>
                    <a:pt x="82496" y="1065216"/>
                  </a:cubicBezTo>
                  <a:lnTo>
                    <a:pt x="76829" y="1037216"/>
                  </a:lnTo>
                  <a:lnTo>
                    <a:pt x="72121" y="1009135"/>
                  </a:lnTo>
                  <a:cubicBezTo>
                    <a:pt x="59829" y="934198"/>
                    <a:pt x="54685" y="858847"/>
                    <a:pt x="54685" y="784156"/>
                  </a:cubicBezTo>
                  <a:cubicBezTo>
                    <a:pt x="55033" y="637163"/>
                    <a:pt x="71337" y="490169"/>
                    <a:pt x="103070" y="345810"/>
                  </a:cubicBezTo>
                  <a:cubicBezTo>
                    <a:pt x="118894" y="273671"/>
                    <a:pt x="138923" y="202233"/>
                    <a:pt x="163159" y="132051"/>
                  </a:cubicBezTo>
                  <a:lnTo>
                    <a:pt x="217797" y="0"/>
                  </a:lnTo>
                  <a:lnTo>
                    <a:pt x="848227" y="0"/>
                  </a:lnTo>
                  <a:lnTo>
                    <a:pt x="771226" y="124098"/>
                  </a:lnTo>
                  <a:cubicBezTo>
                    <a:pt x="651529" y="343066"/>
                    <a:pt x="590852" y="570762"/>
                    <a:pt x="590852" y="800847"/>
                  </a:cubicBezTo>
                  <a:cubicBezTo>
                    <a:pt x="590852" y="1020720"/>
                    <a:pt x="682129" y="1148280"/>
                    <a:pt x="888658" y="1415751"/>
                  </a:cubicBezTo>
                  <a:cubicBezTo>
                    <a:pt x="940355" y="1482701"/>
                    <a:pt x="993796" y="1551957"/>
                    <a:pt x="1048895" y="1628624"/>
                  </a:cubicBezTo>
                  <a:cubicBezTo>
                    <a:pt x="1243741" y="1899883"/>
                    <a:pt x="1443644" y="2092747"/>
                    <a:pt x="1660199" y="2218083"/>
                  </a:cubicBezTo>
                  <a:cubicBezTo>
                    <a:pt x="1889743" y="2350995"/>
                    <a:pt x="2152677" y="2415557"/>
                    <a:pt x="2463908" y="2415557"/>
                  </a:cubicBezTo>
                  <a:cubicBezTo>
                    <a:pt x="2640535" y="2415557"/>
                    <a:pt x="2804782" y="2375617"/>
                    <a:pt x="2980884" y="2289809"/>
                  </a:cubicBezTo>
                  <a:cubicBezTo>
                    <a:pt x="3161695" y="2201695"/>
                    <a:pt x="3340676" y="2073230"/>
                    <a:pt x="3539184" y="1926730"/>
                  </a:cubicBezTo>
                  <a:cubicBezTo>
                    <a:pt x="3585737" y="1892390"/>
                    <a:pt x="3632117" y="1858544"/>
                    <a:pt x="3677015" y="1825852"/>
                  </a:cubicBezTo>
                  <a:cubicBezTo>
                    <a:pt x="3915538" y="1652012"/>
                    <a:pt x="4140811" y="1487806"/>
                    <a:pt x="4286924" y="1314131"/>
                  </a:cubicBezTo>
                  <a:cubicBezTo>
                    <a:pt x="4421616" y="1154044"/>
                    <a:pt x="4479068" y="1000544"/>
                    <a:pt x="4479068" y="800847"/>
                  </a:cubicBezTo>
                  <a:cubicBezTo>
                    <a:pt x="4479068" y="538687"/>
                    <a:pt x="4438813" y="290094"/>
                    <a:pt x="4362007" y="65898"/>
                  </a:cubicBezTo>
                  <a:lnTo>
                    <a:pt x="4336037" y="0"/>
                  </a:lnTo>
                  <a:lnTo>
                    <a:pt x="4913604" y="0"/>
                  </a:lnTo>
                  <a:lnTo>
                    <a:pt x="4930823" y="66892"/>
                  </a:lnTo>
                  <a:lnTo>
                    <a:pt x="4940407" y="125535"/>
                  </a:lnTo>
                  <a:lnTo>
                    <a:pt x="4982006" y="278378"/>
                  </a:lnTo>
                  <a:cubicBezTo>
                    <a:pt x="4999758" y="353368"/>
                    <a:pt x="5014971" y="428944"/>
                    <a:pt x="5027482" y="504952"/>
                  </a:cubicBezTo>
                  <a:cubicBezTo>
                    <a:pt x="5040123" y="580961"/>
                    <a:pt x="5050323" y="657382"/>
                    <a:pt x="5058082" y="734049"/>
                  </a:cubicBezTo>
                  <a:cubicBezTo>
                    <a:pt x="5060261" y="753237"/>
                    <a:pt x="5061743" y="772425"/>
                    <a:pt x="5063486" y="791612"/>
                  </a:cubicBezTo>
                  <a:cubicBezTo>
                    <a:pt x="5065318" y="810552"/>
                    <a:pt x="5066625" y="830398"/>
                    <a:pt x="5067846" y="850245"/>
                  </a:cubicBezTo>
                  <a:cubicBezTo>
                    <a:pt x="5069851" y="889855"/>
                    <a:pt x="5070461" y="929712"/>
                    <a:pt x="5069414" y="969733"/>
                  </a:cubicBezTo>
                  <a:cubicBezTo>
                    <a:pt x="5067060" y="1049695"/>
                    <a:pt x="5057820" y="1130233"/>
                    <a:pt x="5040732" y="1209783"/>
                  </a:cubicBezTo>
                  <a:cubicBezTo>
                    <a:pt x="5023123" y="1289250"/>
                    <a:pt x="4997578" y="1367647"/>
                    <a:pt x="4964102" y="1442832"/>
                  </a:cubicBezTo>
                  <a:cubicBezTo>
                    <a:pt x="4897409" y="1593697"/>
                    <a:pt x="4799942" y="1730232"/>
                    <a:pt x="4689486" y="1849969"/>
                  </a:cubicBezTo>
                  <a:cubicBezTo>
                    <a:pt x="4579116" y="1970446"/>
                    <a:pt x="4456716" y="2076100"/>
                    <a:pt x="4333792" y="2176567"/>
                  </a:cubicBezTo>
                  <a:cubicBezTo>
                    <a:pt x="4210520" y="2276869"/>
                    <a:pt x="4085853" y="2371736"/>
                    <a:pt x="3965196" y="2468002"/>
                  </a:cubicBezTo>
                  <a:lnTo>
                    <a:pt x="3873745" y="2541128"/>
                  </a:lnTo>
                  <a:cubicBezTo>
                    <a:pt x="3842621" y="2565751"/>
                    <a:pt x="3811324" y="2590374"/>
                    <a:pt x="3779416" y="2614666"/>
                  </a:cubicBezTo>
                  <a:cubicBezTo>
                    <a:pt x="3715862" y="2663335"/>
                    <a:pt x="3650652" y="2711016"/>
                    <a:pt x="3582739" y="2756555"/>
                  </a:cubicBezTo>
                  <a:cubicBezTo>
                    <a:pt x="3514913" y="2802012"/>
                    <a:pt x="3445170" y="2846151"/>
                    <a:pt x="3371851" y="2886338"/>
                  </a:cubicBezTo>
                  <a:cubicBezTo>
                    <a:pt x="3298533" y="2926442"/>
                    <a:pt x="3222687" y="2963664"/>
                    <a:pt x="3143614" y="2995780"/>
                  </a:cubicBezTo>
                  <a:cubicBezTo>
                    <a:pt x="2985994" y="3060837"/>
                    <a:pt x="2815732" y="3104317"/>
                    <a:pt x="2643552" y="3122516"/>
                  </a:cubicBezTo>
                  <a:cubicBezTo>
                    <a:pt x="2600484" y="3126799"/>
                    <a:pt x="2557331" y="3130258"/>
                    <a:pt x="2514264" y="3131657"/>
                  </a:cubicBezTo>
                  <a:lnTo>
                    <a:pt x="2481920" y="3132810"/>
                  </a:lnTo>
                  <a:lnTo>
                    <a:pt x="2449664" y="3132975"/>
                  </a:lnTo>
                  <a:cubicBezTo>
                    <a:pt x="2427868" y="3133304"/>
                    <a:pt x="2407207" y="3132646"/>
                    <a:pt x="2386284" y="3132234"/>
                  </a:cubicBezTo>
                  <a:cubicBezTo>
                    <a:pt x="2344524" y="3131740"/>
                    <a:pt x="2302505" y="3129352"/>
                    <a:pt x="2260658" y="3127292"/>
                  </a:cubicBezTo>
                  <a:cubicBezTo>
                    <a:pt x="2218725" y="3123999"/>
                    <a:pt x="2176791" y="3120952"/>
                    <a:pt x="2134945" y="3115928"/>
                  </a:cubicBezTo>
                  <a:cubicBezTo>
                    <a:pt x="2051165" y="3106458"/>
                    <a:pt x="1967473" y="3093529"/>
                    <a:pt x="1884564" y="3075412"/>
                  </a:cubicBezTo>
                  <a:cubicBezTo>
                    <a:pt x="1801657" y="3057296"/>
                    <a:pt x="1719708" y="3033990"/>
                    <a:pt x="1639764" y="3005498"/>
                  </a:cubicBezTo>
                  <a:cubicBezTo>
                    <a:pt x="1559820" y="2976922"/>
                    <a:pt x="1481969" y="2942830"/>
                    <a:pt x="1407081" y="2904125"/>
                  </a:cubicBezTo>
                  <a:cubicBezTo>
                    <a:pt x="1332455" y="2864845"/>
                    <a:pt x="1260794" y="2820953"/>
                    <a:pt x="1193491" y="2772201"/>
                  </a:cubicBezTo>
                  <a:cubicBezTo>
                    <a:pt x="1058362" y="2675194"/>
                    <a:pt x="939973" y="2561469"/>
                    <a:pt x="836141" y="2439839"/>
                  </a:cubicBezTo>
                  <a:cubicBezTo>
                    <a:pt x="784444" y="2378735"/>
                    <a:pt x="736321" y="2315656"/>
                    <a:pt x="690812" y="2251422"/>
                  </a:cubicBezTo>
                  <a:cubicBezTo>
                    <a:pt x="645217" y="2187190"/>
                    <a:pt x="602674" y="2121557"/>
                    <a:pt x="562397" y="2054937"/>
                  </a:cubicBezTo>
                  <a:cubicBezTo>
                    <a:pt x="541823" y="2021256"/>
                    <a:pt x="522992" y="1989716"/>
                    <a:pt x="502504" y="1957435"/>
                  </a:cubicBezTo>
                  <a:cubicBezTo>
                    <a:pt x="482192" y="1925401"/>
                    <a:pt x="461530" y="1893367"/>
                    <a:pt x="440258" y="1861580"/>
                  </a:cubicBezTo>
                  <a:lnTo>
                    <a:pt x="310360" y="1670693"/>
                  </a:lnTo>
                  <a:cubicBezTo>
                    <a:pt x="288826" y="1638577"/>
                    <a:pt x="267555" y="1606296"/>
                    <a:pt x="246806" y="1573603"/>
                  </a:cubicBezTo>
                  <a:cubicBezTo>
                    <a:pt x="226057" y="1540910"/>
                    <a:pt x="205483" y="1508135"/>
                    <a:pt x="186303" y="1474372"/>
                  </a:cubicBezTo>
                  <a:cubicBezTo>
                    <a:pt x="147857" y="1407174"/>
                    <a:pt x="112550" y="1338002"/>
                    <a:pt x="84390" y="1266192"/>
                  </a:cubicBezTo>
                  <a:cubicBezTo>
                    <a:pt x="55708" y="1194630"/>
                    <a:pt x="34436" y="1120434"/>
                    <a:pt x="20139" y="1045249"/>
                  </a:cubicBezTo>
                  <a:cubicBezTo>
                    <a:pt x="6452" y="970064"/>
                    <a:pt x="0" y="893725"/>
                    <a:pt x="0" y="817551"/>
                  </a:cubicBezTo>
                  <a:cubicBezTo>
                    <a:pt x="850" y="589772"/>
                    <a:pt x="36028" y="362457"/>
                    <a:pt x="102773" y="14258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tatistics with solid fill">
            <a:extLst>
              <a:ext uri="{FF2B5EF4-FFF2-40B4-BE49-F238E27FC236}">
                <a16:creationId xmlns:a16="http://schemas.microsoft.com/office/drawing/2014/main" id="{85928A75-C019-D74F-DB37-2961F837AF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37600" y="-149521"/>
            <a:ext cx="1544027" cy="1544027"/>
          </a:xfrm>
          <a:prstGeom prst="rect">
            <a:avLst/>
          </a:prstGeom>
        </p:spPr>
      </p:pic>
      <p:pic>
        <p:nvPicPr>
          <p:cNvPr id="5" name="Graphic 4" descr="Research with solid fill">
            <a:extLst>
              <a:ext uri="{FF2B5EF4-FFF2-40B4-BE49-F238E27FC236}">
                <a16:creationId xmlns:a16="http://schemas.microsoft.com/office/drawing/2014/main" id="{C21A04ED-2FAC-E08B-ADC1-15593B4EC5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118051" y="3746149"/>
            <a:ext cx="2423842" cy="2423842"/>
          </a:xfrm>
          <a:prstGeom prst="rect">
            <a:avLst/>
          </a:prstGeom>
        </p:spPr>
      </p:pic>
      <p:graphicFrame>
        <p:nvGraphicFramePr>
          <p:cNvPr id="11" name="Diagram 10">
            <a:extLst>
              <a:ext uri="{FF2B5EF4-FFF2-40B4-BE49-F238E27FC236}">
                <a16:creationId xmlns:a16="http://schemas.microsoft.com/office/drawing/2014/main" id="{3316AE1E-33E1-1736-A838-99E6AEC5123A}"/>
              </a:ext>
            </a:extLst>
          </p:cNvPr>
          <p:cNvGraphicFramePr/>
          <p:nvPr>
            <p:extLst>
              <p:ext uri="{D42A27DB-BD31-4B8C-83A1-F6EECF244321}">
                <p14:modId xmlns:p14="http://schemas.microsoft.com/office/powerpoint/2010/main" val="3371595029"/>
              </p:ext>
            </p:extLst>
          </p:nvPr>
        </p:nvGraphicFramePr>
        <p:xfrm>
          <a:off x="4313489" y="1133817"/>
          <a:ext cx="7861300" cy="522466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5" name="Graphic 14" descr="Pie chart outline">
            <a:extLst>
              <a:ext uri="{FF2B5EF4-FFF2-40B4-BE49-F238E27FC236}">
                <a16:creationId xmlns:a16="http://schemas.microsoft.com/office/drawing/2014/main" id="{B0C31D42-A8B1-56ED-A193-14E3B0BA340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3827" y="546272"/>
            <a:ext cx="1175089" cy="1175089"/>
          </a:xfrm>
          <a:prstGeom prst="rect">
            <a:avLst/>
          </a:prstGeom>
        </p:spPr>
      </p:pic>
    </p:spTree>
    <p:extLst>
      <p:ext uri="{BB962C8B-B14F-4D97-AF65-F5344CB8AC3E}">
        <p14:creationId xmlns:p14="http://schemas.microsoft.com/office/powerpoint/2010/main" val="4220458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7B316B-6463-BCAF-C7AE-6D4D1E5A78FE}"/>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37" name="Freeform: Shape 36">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38">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Freeform: Shape 39">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2" name="Freeform: Shape 41">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 name="Oval 5">
            <a:extLst>
              <a:ext uri="{FF2B5EF4-FFF2-40B4-BE49-F238E27FC236}">
                <a16:creationId xmlns:a16="http://schemas.microsoft.com/office/drawing/2014/main" id="{917F48DF-CEDE-DE4E-030A-4502601FFBE0}"/>
              </a:ext>
            </a:extLst>
          </p:cNvPr>
          <p:cNvSpPr/>
          <p:nvPr/>
        </p:nvSpPr>
        <p:spPr>
          <a:xfrm>
            <a:off x="1496324" y="616689"/>
            <a:ext cx="9303561" cy="6442367"/>
          </a:xfrm>
          <a:prstGeom prst="ellipse">
            <a:avLst/>
          </a:prstGeom>
          <a:solidFill>
            <a:srgbClr val="FFFFFF">
              <a:alpha val="45098"/>
            </a:srgbClr>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A6583DF1-8298-287A-8564-22E68F256FF7}"/>
              </a:ext>
            </a:extLst>
          </p:cNvPr>
          <p:cNvSpPr>
            <a:spLocks noGrp="1"/>
          </p:cNvSpPr>
          <p:nvPr>
            <p:ph type="title"/>
          </p:nvPr>
        </p:nvSpPr>
        <p:spPr>
          <a:xfrm>
            <a:off x="3102552" y="980407"/>
            <a:ext cx="6105194" cy="1082309"/>
          </a:xfrm>
        </p:spPr>
        <p:txBody>
          <a:bodyPr vert="horz" lIns="91440" tIns="45720" rIns="91440" bIns="45720" rtlCol="0" anchor="t">
            <a:normAutofit/>
          </a:bodyPr>
          <a:lstStyle/>
          <a:p>
            <a:pPr algn="ctr"/>
            <a:r>
              <a:rPr lang="en-US" sz="5200" kern="1200" dirty="0">
                <a:latin typeface="+mj-lt"/>
                <a:ea typeface="+mj-ea"/>
                <a:cs typeface="+mj-cs"/>
              </a:rPr>
              <a:t>Web Literacy</a:t>
            </a:r>
          </a:p>
        </p:txBody>
      </p:sp>
      <p:sp>
        <p:nvSpPr>
          <p:cNvPr id="8" name="Text Placeholder 2">
            <a:extLst>
              <a:ext uri="{FF2B5EF4-FFF2-40B4-BE49-F238E27FC236}">
                <a16:creationId xmlns:a16="http://schemas.microsoft.com/office/drawing/2014/main" id="{F3DBEEA1-A7D4-099E-DB2C-54276AD14189}"/>
              </a:ext>
            </a:extLst>
          </p:cNvPr>
          <p:cNvSpPr>
            <a:spLocks noGrp="1"/>
          </p:cNvSpPr>
          <p:nvPr>
            <p:ph type="body" idx="1"/>
          </p:nvPr>
        </p:nvSpPr>
        <p:spPr>
          <a:xfrm>
            <a:off x="3350954" y="2052083"/>
            <a:ext cx="5600318" cy="4189228"/>
          </a:xfrm>
        </p:spPr>
        <p:txBody>
          <a:bodyPr vert="horz" lIns="91440" tIns="45720" rIns="91440" bIns="45720" rtlCol="0">
            <a:normAutofit fontScale="92500" lnSpcReduction="20000"/>
          </a:bodyPr>
          <a:lstStyle/>
          <a:p>
            <a:pPr algn="ctr"/>
            <a:r>
              <a:rPr lang="en-US" b="1" dirty="0">
                <a:solidFill>
                  <a:schemeClr val="tx2"/>
                </a:solidFill>
              </a:rPr>
              <a:t>Web literacy </a:t>
            </a:r>
            <a:r>
              <a:rPr lang="en-US" dirty="0">
                <a:solidFill>
                  <a:schemeClr val="tx2">
                    <a:lumMod val="50000"/>
                  </a:schemeClr>
                </a:solidFill>
              </a:rPr>
              <a:t>is the ability to critically evaluate and effectively engage with online information, ensuring that content is credible, relevant, and reliable. It also involves understanding how websites function, navigating the vast amounts of information available online, and understanding what makes for well-structured, accessible web content.</a:t>
            </a:r>
          </a:p>
          <a:p>
            <a:pPr algn="ctr"/>
            <a:r>
              <a:rPr lang="en-US" dirty="0">
                <a:solidFill>
                  <a:schemeClr val="tx2">
                    <a:lumMod val="50000"/>
                  </a:schemeClr>
                </a:solidFill>
              </a:rPr>
              <a:t>To demonstrate my competence in web literacy, I have conducted an analysis of the National Center for Education Statistics (NCES) website, hosted at nces.ed.gov. Using the free Google Chrome extension</a:t>
            </a:r>
            <a:r>
              <a:rPr lang="en-US" dirty="0">
                <a:solidFill>
                  <a:schemeClr val="tx2">
                    <a:lumMod val="75000"/>
                  </a:schemeClr>
                </a:solidFill>
              </a:rPr>
              <a:t>, </a:t>
            </a:r>
            <a:r>
              <a:rPr lang="en-US" i="1" u="sng" dirty="0">
                <a:hlinkClick r:id="rId2"/>
              </a:rPr>
              <a:t>WAVE Evaluation Tool</a:t>
            </a:r>
            <a:r>
              <a:rPr lang="en-US" dirty="0">
                <a:solidFill>
                  <a:schemeClr val="tx2">
                    <a:lumMod val="50000"/>
                  </a:schemeClr>
                </a:solidFill>
              </a:rPr>
              <a:t>, I evaluate the  website for three key accessibility features: </a:t>
            </a:r>
            <a:r>
              <a:rPr lang="en-US" dirty="0">
                <a:solidFill>
                  <a:schemeClr val="tx2"/>
                </a:solidFill>
              </a:rPr>
              <a:t>contrast</a:t>
            </a:r>
            <a:r>
              <a:rPr lang="en-US" dirty="0">
                <a:solidFill>
                  <a:schemeClr val="tx2">
                    <a:lumMod val="50000"/>
                  </a:schemeClr>
                </a:solidFill>
              </a:rPr>
              <a:t>, </a:t>
            </a:r>
            <a:r>
              <a:rPr lang="en-US" dirty="0">
                <a:solidFill>
                  <a:schemeClr val="tx2"/>
                </a:solidFill>
              </a:rPr>
              <a:t>alternative text</a:t>
            </a:r>
            <a:r>
              <a:rPr lang="en-US" dirty="0">
                <a:solidFill>
                  <a:schemeClr val="tx2">
                    <a:lumMod val="50000"/>
                  </a:schemeClr>
                </a:solidFill>
              </a:rPr>
              <a:t>, and well-structured </a:t>
            </a:r>
            <a:r>
              <a:rPr lang="en-US" dirty="0">
                <a:solidFill>
                  <a:schemeClr val="tx2"/>
                </a:solidFill>
              </a:rPr>
              <a:t>headings</a:t>
            </a:r>
            <a:r>
              <a:rPr lang="en-US" dirty="0">
                <a:solidFill>
                  <a:schemeClr val="tx2">
                    <a:lumMod val="50000"/>
                  </a:schemeClr>
                </a:solidFill>
              </a:rPr>
              <a:t>.</a:t>
            </a:r>
          </a:p>
        </p:txBody>
      </p:sp>
      <p:pic>
        <p:nvPicPr>
          <p:cNvPr id="14" name="Graphic 13" descr="Blog with solid fill">
            <a:extLst>
              <a:ext uri="{FF2B5EF4-FFF2-40B4-BE49-F238E27FC236}">
                <a16:creationId xmlns:a16="http://schemas.microsoft.com/office/drawing/2014/main" id="{8F99FB1C-2E64-12A9-4D48-6EBCF340A2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51736">
            <a:off x="1810094" y="2703228"/>
            <a:ext cx="1451543" cy="1451543"/>
          </a:xfrm>
          <a:prstGeom prst="rect">
            <a:avLst/>
          </a:prstGeom>
        </p:spPr>
      </p:pic>
      <p:pic>
        <p:nvPicPr>
          <p:cNvPr id="17" name="Graphic 16" descr="Browser window outline">
            <a:extLst>
              <a:ext uri="{FF2B5EF4-FFF2-40B4-BE49-F238E27FC236}">
                <a16:creationId xmlns:a16="http://schemas.microsoft.com/office/drawing/2014/main" id="{4450A76B-BE73-D308-7ACD-A661906687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485687">
            <a:off x="4571238" y="6230708"/>
            <a:ext cx="914400" cy="914400"/>
          </a:xfrm>
          <a:prstGeom prst="rect">
            <a:avLst/>
          </a:prstGeom>
        </p:spPr>
      </p:pic>
      <p:pic>
        <p:nvPicPr>
          <p:cNvPr id="29" name="Graphic 28" descr="Image with solid fill">
            <a:extLst>
              <a:ext uri="{FF2B5EF4-FFF2-40B4-BE49-F238E27FC236}">
                <a16:creationId xmlns:a16="http://schemas.microsoft.com/office/drawing/2014/main" id="{562AA5B7-1E70-2F24-1D73-34D4555ABA9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407835">
            <a:off x="9057201" y="4081446"/>
            <a:ext cx="1427678" cy="1427678"/>
          </a:xfrm>
          <a:prstGeom prst="rect">
            <a:avLst/>
          </a:prstGeom>
        </p:spPr>
      </p:pic>
      <p:pic>
        <p:nvPicPr>
          <p:cNvPr id="31" name="Graphic 30" descr="Ui Ux outline">
            <a:extLst>
              <a:ext uri="{FF2B5EF4-FFF2-40B4-BE49-F238E27FC236}">
                <a16:creationId xmlns:a16="http://schemas.microsoft.com/office/drawing/2014/main" id="{FEC5178A-C496-F508-21F2-32664726C2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62482" y="783336"/>
            <a:ext cx="1261811" cy="1261811"/>
          </a:xfrm>
          <a:prstGeom prst="rect">
            <a:avLst/>
          </a:prstGeom>
        </p:spPr>
      </p:pic>
    </p:spTree>
    <p:extLst>
      <p:ext uri="{BB962C8B-B14F-4D97-AF65-F5344CB8AC3E}">
        <p14:creationId xmlns:p14="http://schemas.microsoft.com/office/powerpoint/2010/main" val="2372511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788" y="274638"/>
            <a:ext cx="11274552" cy="1143000"/>
          </a:xfrm>
        </p:spPr>
        <p:txBody>
          <a:bodyPr vert="horz" lIns="0" tIns="45720" rIns="10" bIns="45720" rtlCol="0" anchor="ctr">
            <a:noAutofit/>
          </a:bodyPr>
          <a:lstStyle/>
          <a:p>
            <a:pPr algn="l"/>
            <a:r>
              <a:rPr dirty="0"/>
              <a:t>Accessibility Audit of NCES</a:t>
            </a:r>
            <a:r>
              <a:rPr lang="en-US" dirty="0"/>
              <a:t>: </a:t>
            </a:r>
            <a:r>
              <a:rPr lang="en-US" dirty="0">
                <a:solidFill>
                  <a:schemeClr val="accent2"/>
                </a:solidFill>
              </a:rPr>
              <a:t>Contrast</a:t>
            </a:r>
            <a:endParaRPr dirty="0">
              <a:solidFill>
                <a:schemeClr val="accent2"/>
              </a:solidFill>
            </a:endParaRPr>
          </a:p>
        </p:txBody>
      </p:sp>
      <p:sp>
        <p:nvSpPr>
          <p:cNvPr id="3" name="Content Placeholder 2"/>
          <p:cNvSpPr>
            <a:spLocks noGrp="1"/>
          </p:cNvSpPr>
          <p:nvPr>
            <p:ph idx="1"/>
          </p:nvPr>
        </p:nvSpPr>
        <p:spPr>
          <a:xfrm>
            <a:off x="6096000" y="1600201"/>
            <a:ext cx="5637340" cy="4525963"/>
          </a:xfrm>
        </p:spPr>
        <p:txBody>
          <a:bodyPr vert="horz" wrap="square" lIns="0" tIns="45720" rIns="10" bIns="45720" rtlCol="0">
            <a:noAutofit/>
          </a:bodyPr>
          <a:lstStyle/>
          <a:p>
            <a:pPr>
              <a:spcAft>
                <a:spcPts val="300"/>
              </a:spcAft>
            </a:pPr>
            <a:r>
              <a:rPr lang="en-US" sz="2800" dirty="0"/>
              <a:t>Using the browser's "Inspect" tool, I found the background color being used was </a:t>
            </a:r>
            <a:r>
              <a:rPr lang="en-US" sz="2800" b="1" dirty="0"/>
              <a:t>#215374</a:t>
            </a:r>
            <a:r>
              <a:rPr lang="en-US" sz="2800" dirty="0"/>
              <a:t>.</a:t>
            </a:r>
          </a:p>
          <a:p>
            <a:pPr>
              <a:spcAft>
                <a:spcPts val="300"/>
              </a:spcAft>
            </a:pPr>
            <a:r>
              <a:rPr lang="en-US" sz="2800" dirty="0"/>
              <a:t>I pasted this hex value in for the background color in </a:t>
            </a:r>
            <a:r>
              <a:rPr lang="en-US" sz="2800" u="sng" dirty="0" err="1">
                <a:hlinkClick r:id="rId2"/>
              </a:rPr>
              <a:t>WebAIM's</a:t>
            </a:r>
            <a:r>
              <a:rPr lang="en-US" sz="2800" u="sng" dirty="0">
                <a:hlinkClick r:id="rId2"/>
              </a:rPr>
              <a:t> Contrast Checker</a:t>
            </a:r>
            <a:r>
              <a:rPr lang="en-US" sz="2800" dirty="0"/>
              <a:t>, set the foreground color to white.</a:t>
            </a:r>
          </a:p>
          <a:p>
            <a:pPr>
              <a:spcAft>
                <a:spcPts val="300"/>
              </a:spcAft>
            </a:pPr>
            <a:r>
              <a:rPr lang="en-US" sz="2800" dirty="0"/>
              <a:t>The Contrast Checker revealed that the resulting contrast ratio is 8.22:1 which passes all the WCAG guidelines.</a:t>
            </a:r>
            <a:endParaRPr sz="2800" dirty="0"/>
          </a:p>
        </p:txBody>
      </p:sp>
      <p:pic>
        <p:nvPicPr>
          <p:cNvPr id="7" name="Picture 6">
            <a:extLst>
              <a:ext uri="{FF2B5EF4-FFF2-40B4-BE49-F238E27FC236}">
                <a16:creationId xmlns:a16="http://schemas.microsoft.com/office/drawing/2014/main" id="{1D8F8A61-65A3-1629-7DF0-CF3912D54ECB}"/>
              </a:ext>
            </a:extLst>
          </p:cNvPr>
          <p:cNvPicPr>
            <a:picLocks noChangeAspect="1"/>
          </p:cNvPicPr>
          <p:nvPr/>
        </p:nvPicPr>
        <p:blipFill>
          <a:blip r:embed="rId3"/>
          <a:stretch>
            <a:fillRect/>
          </a:stretch>
        </p:blipFill>
        <p:spPr>
          <a:xfrm>
            <a:off x="348686" y="1600201"/>
            <a:ext cx="5525233" cy="3149599"/>
          </a:xfrm>
          <a:prstGeom prst="rect">
            <a:avLst/>
          </a:prstGeom>
        </p:spPr>
      </p:pic>
      <p:sp>
        <p:nvSpPr>
          <p:cNvPr id="8" name="TextBox 7">
            <a:extLst>
              <a:ext uri="{FF2B5EF4-FFF2-40B4-BE49-F238E27FC236}">
                <a16:creationId xmlns:a16="http://schemas.microsoft.com/office/drawing/2014/main" id="{06BAB938-4B42-0003-152A-D2FC6B0704E6}"/>
              </a:ext>
            </a:extLst>
          </p:cNvPr>
          <p:cNvSpPr txBox="1"/>
          <p:nvPr/>
        </p:nvSpPr>
        <p:spPr>
          <a:xfrm>
            <a:off x="374451" y="4775200"/>
            <a:ext cx="5499467" cy="1477328"/>
          </a:xfrm>
          <a:prstGeom prst="rect">
            <a:avLst/>
          </a:prstGeom>
          <a:noFill/>
        </p:spPr>
        <p:txBody>
          <a:bodyPr wrap="square" rtlCol="0">
            <a:spAutoFit/>
          </a:bodyPr>
          <a:lstStyle/>
          <a:p>
            <a:r>
              <a:rPr lang="en-US" b="1" dirty="0">
                <a:solidFill>
                  <a:schemeClr val="accent3"/>
                </a:solidFill>
              </a:rPr>
              <a:t>Above – When WAVE lies</a:t>
            </a:r>
            <a:r>
              <a:rPr lang="en-US" dirty="0">
                <a:solidFill>
                  <a:schemeClr val="accent3"/>
                </a:solidFill>
              </a:rPr>
              <a:t>: </a:t>
            </a:r>
            <a:r>
              <a:rPr lang="en-US" dirty="0"/>
              <a:t>The WAVE extension flagged elements of the breadcrumb navigation in the hero section as having "Very low contrast", however, they were still white text on the same blue background, so the tool is mistaken.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5BF86-ACFA-F8B6-D2BC-90ADDF242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2827A-0343-A06F-2AC7-13377CAABF4A}"/>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dirty="0"/>
              <a:t>Accessibility Audit of NCES</a:t>
            </a:r>
            <a:r>
              <a:rPr lang="en-US" dirty="0"/>
              <a:t>: </a:t>
            </a:r>
            <a:r>
              <a:rPr lang="en-US" dirty="0">
                <a:solidFill>
                  <a:schemeClr val="accent3"/>
                </a:solidFill>
              </a:rPr>
              <a:t>Alt Text</a:t>
            </a:r>
            <a:endParaRPr dirty="0">
              <a:solidFill>
                <a:schemeClr val="accent3"/>
              </a:solidFill>
            </a:endParaRPr>
          </a:p>
        </p:txBody>
      </p:sp>
      <p:sp>
        <p:nvSpPr>
          <p:cNvPr id="3" name="Content Placeholder 2">
            <a:extLst>
              <a:ext uri="{FF2B5EF4-FFF2-40B4-BE49-F238E27FC236}">
                <a16:creationId xmlns:a16="http://schemas.microsoft.com/office/drawing/2014/main" id="{ACA97A58-2F01-6330-5440-E6741FADF786}"/>
              </a:ext>
            </a:extLst>
          </p:cNvPr>
          <p:cNvSpPr>
            <a:spLocks noGrp="1"/>
          </p:cNvSpPr>
          <p:nvPr>
            <p:ph idx="1"/>
          </p:nvPr>
        </p:nvSpPr>
        <p:spPr>
          <a:xfrm>
            <a:off x="609600" y="1625601"/>
            <a:ext cx="5637340" cy="4525963"/>
          </a:xfrm>
        </p:spPr>
        <p:txBody>
          <a:bodyPr vert="horz" wrap="square" lIns="0" tIns="45720" rIns="10" bIns="45720" rtlCol="0">
            <a:noAutofit/>
          </a:bodyPr>
          <a:lstStyle/>
          <a:p>
            <a:pPr>
              <a:spcAft>
                <a:spcPts val="300"/>
              </a:spcAft>
            </a:pPr>
            <a:r>
              <a:rPr lang="en-US" sz="2800" dirty="0"/>
              <a:t>The NCES generally features sufficiently descriptive alt text on their images.</a:t>
            </a:r>
          </a:p>
          <a:p>
            <a:pPr>
              <a:spcAft>
                <a:spcPts val="300"/>
              </a:spcAft>
            </a:pPr>
            <a:r>
              <a:rPr lang="en-US" sz="2800" dirty="0"/>
              <a:t>However, the image at the top of the page with students at their desks raising their hands is missing alt text. If it is decorative, it should have empty quotes (alt=“”).</a:t>
            </a:r>
          </a:p>
          <a:p>
            <a:pPr>
              <a:spcAft>
                <a:spcPts val="300"/>
              </a:spcAft>
            </a:pPr>
            <a:r>
              <a:rPr lang="en-US" sz="2800" dirty="0"/>
              <a:t>This will need to be corrected so a screen reader can identify the content of the image.</a:t>
            </a:r>
            <a:endParaRPr sz="2800" dirty="0"/>
          </a:p>
        </p:txBody>
      </p:sp>
      <p:sp>
        <p:nvSpPr>
          <p:cNvPr id="8" name="TextBox 7">
            <a:extLst>
              <a:ext uri="{FF2B5EF4-FFF2-40B4-BE49-F238E27FC236}">
                <a16:creationId xmlns:a16="http://schemas.microsoft.com/office/drawing/2014/main" id="{C85791F5-D32E-9042-D8D6-A815FF583E29}"/>
              </a:ext>
            </a:extLst>
          </p:cNvPr>
          <p:cNvSpPr txBox="1"/>
          <p:nvPr/>
        </p:nvSpPr>
        <p:spPr>
          <a:xfrm>
            <a:off x="6638235" y="5252444"/>
            <a:ext cx="4944166" cy="1200329"/>
          </a:xfrm>
          <a:prstGeom prst="rect">
            <a:avLst/>
          </a:prstGeom>
          <a:noFill/>
        </p:spPr>
        <p:txBody>
          <a:bodyPr wrap="square" rtlCol="0">
            <a:spAutoFit/>
          </a:bodyPr>
          <a:lstStyle/>
          <a:p>
            <a:r>
              <a:rPr lang="en-US" b="1" dirty="0">
                <a:solidFill>
                  <a:schemeClr val="accent2">
                    <a:lumMod val="75000"/>
                  </a:schemeClr>
                </a:solidFill>
              </a:rPr>
              <a:t>Above – Good Use of Alt Text: </a:t>
            </a:r>
            <a:r>
              <a:rPr lang="en-US" dirty="0"/>
              <a:t>The description “Younger girl taking notes at desk” is vivid enough to provide a mental picture without being too verbose.</a:t>
            </a:r>
          </a:p>
        </p:txBody>
      </p:sp>
      <p:pic>
        <p:nvPicPr>
          <p:cNvPr id="5" name="Picture 4">
            <a:extLst>
              <a:ext uri="{FF2B5EF4-FFF2-40B4-BE49-F238E27FC236}">
                <a16:creationId xmlns:a16="http://schemas.microsoft.com/office/drawing/2014/main" id="{B9AEE8B1-1EE5-5C7D-3E9B-32C25A354F9C}"/>
              </a:ext>
            </a:extLst>
          </p:cNvPr>
          <p:cNvPicPr>
            <a:picLocks noChangeAspect="1"/>
          </p:cNvPicPr>
          <p:nvPr/>
        </p:nvPicPr>
        <p:blipFill>
          <a:blip r:embed="rId2"/>
          <a:stretch>
            <a:fillRect/>
          </a:stretch>
        </p:blipFill>
        <p:spPr>
          <a:xfrm>
            <a:off x="6638235" y="1264611"/>
            <a:ext cx="5499467" cy="3952411"/>
          </a:xfrm>
          <a:prstGeom prst="rect">
            <a:avLst/>
          </a:prstGeom>
        </p:spPr>
      </p:pic>
    </p:spTree>
    <p:extLst>
      <p:ext uri="{BB962C8B-B14F-4D97-AF65-F5344CB8AC3E}">
        <p14:creationId xmlns:p14="http://schemas.microsoft.com/office/powerpoint/2010/main" val="2072227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5903-B29B-1E98-483F-D441F2D7F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171D3-7CE1-35A7-8CAD-AC9FFB3D8C74}"/>
              </a:ext>
            </a:extLst>
          </p:cNvPr>
          <p:cNvSpPr>
            <a:spLocks noGrp="1"/>
          </p:cNvSpPr>
          <p:nvPr>
            <p:ph type="title" idx="4294967295"/>
          </p:nvPr>
        </p:nvSpPr>
        <p:spPr>
          <a:xfrm>
            <a:off x="458660" y="274638"/>
            <a:ext cx="10815765" cy="1143000"/>
          </a:xfrm>
        </p:spPr>
        <p:txBody>
          <a:bodyPr vert="horz" lIns="0" tIns="45720" rIns="10" bIns="45720" rtlCol="0" anchor="ctr">
            <a:noAutofit/>
          </a:bodyPr>
          <a:lstStyle/>
          <a:p>
            <a:pPr algn="l"/>
            <a:r>
              <a:rPr dirty="0"/>
              <a:t>Accessibility Audit of NCES</a:t>
            </a:r>
            <a:r>
              <a:rPr lang="en-US" dirty="0"/>
              <a:t>:</a:t>
            </a:r>
            <a:br>
              <a:rPr lang="en-US" dirty="0"/>
            </a:br>
            <a:r>
              <a:rPr lang="en-US" sz="3400" dirty="0">
                <a:solidFill>
                  <a:schemeClr val="accent6"/>
                </a:solidFill>
              </a:rPr>
              <a:t>Use of Headings, Structure</a:t>
            </a:r>
            <a:endParaRPr sz="3400" dirty="0">
              <a:solidFill>
                <a:schemeClr val="accent6"/>
              </a:solidFill>
            </a:endParaRPr>
          </a:p>
        </p:txBody>
      </p:sp>
      <p:sp>
        <p:nvSpPr>
          <p:cNvPr id="3" name="Content Placeholder 2">
            <a:extLst>
              <a:ext uri="{FF2B5EF4-FFF2-40B4-BE49-F238E27FC236}">
                <a16:creationId xmlns:a16="http://schemas.microsoft.com/office/drawing/2014/main" id="{92EB46F5-0A9F-006A-AA4F-64D9E65B40A3}"/>
              </a:ext>
            </a:extLst>
          </p:cNvPr>
          <p:cNvSpPr>
            <a:spLocks noGrp="1"/>
          </p:cNvSpPr>
          <p:nvPr>
            <p:ph idx="4294967295"/>
          </p:nvPr>
        </p:nvSpPr>
        <p:spPr>
          <a:xfrm>
            <a:off x="458660" y="1557338"/>
            <a:ext cx="10815765" cy="4525962"/>
          </a:xfrm>
        </p:spPr>
        <p:txBody>
          <a:bodyPr vert="horz" wrap="square" lIns="0" tIns="45720" rIns="10" bIns="45720" rtlCol="0">
            <a:noAutofit/>
          </a:bodyPr>
          <a:lstStyle/>
          <a:p>
            <a:r>
              <a:rPr lang="en-US" sz="2800" dirty="0"/>
              <a:t>The NCES has an overall well-defined, navigable structure that is broken up by heading levels</a:t>
            </a:r>
          </a:p>
          <a:p>
            <a:r>
              <a:rPr lang="en-US" sz="2800" dirty="0"/>
              <a:t>However, in some cases the hierarchy in which the headings are used is counterintuitive. E.g., the top title—"National Center for Education Statistics (NCES)"—uses a level-1 heading and the gallery immediately after uses level-3 headings, skipping a second level.</a:t>
            </a:r>
          </a:p>
          <a:p>
            <a:r>
              <a:rPr lang="en-US" sz="2800" dirty="0"/>
              <a:t>While this is not an accessibility error, it is best practice to not skip heading levels from top to bottom.</a:t>
            </a:r>
          </a:p>
        </p:txBody>
      </p:sp>
    </p:spTree>
    <p:extLst>
      <p:ext uri="{BB962C8B-B14F-4D97-AF65-F5344CB8AC3E}">
        <p14:creationId xmlns:p14="http://schemas.microsoft.com/office/powerpoint/2010/main" val="695142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88BAA-EB37-88AD-22F6-C4DB01BCD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A682A-DB46-A04E-735C-4D41333D21E6}"/>
              </a:ext>
            </a:extLst>
          </p:cNvPr>
          <p:cNvSpPr>
            <a:spLocks noGrp="1"/>
          </p:cNvSpPr>
          <p:nvPr>
            <p:ph type="title" idx="4294967295"/>
          </p:nvPr>
        </p:nvSpPr>
        <p:spPr>
          <a:xfrm>
            <a:off x="458660" y="274638"/>
            <a:ext cx="10815765" cy="1143000"/>
          </a:xfrm>
        </p:spPr>
        <p:txBody>
          <a:bodyPr vert="horz" lIns="0" tIns="45720" rIns="10" bIns="45720" rtlCol="0" anchor="ctr">
            <a:noAutofit/>
          </a:bodyPr>
          <a:lstStyle/>
          <a:p>
            <a:pPr algn="l"/>
            <a:r>
              <a:rPr dirty="0"/>
              <a:t>Accessibility Audit of NCES</a:t>
            </a:r>
            <a:r>
              <a:rPr lang="en-US" dirty="0"/>
              <a:t>:</a:t>
            </a:r>
            <a:br>
              <a:rPr lang="en-US" dirty="0"/>
            </a:br>
            <a:r>
              <a:rPr lang="en-US" sz="3400" dirty="0">
                <a:solidFill>
                  <a:schemeClr val="accent6"/>
                </a:solidFill>
              </a:rPr>
              <a:t>Use of Headings, Structure, cont’d</a:t>
            </a:r>
            <a:endParaRPr sz="3400" dirty="0">
              <a:solidFill>
                <a:schemeClr val="accent6"/>
              </a:solidFill>
            </a:endParaRPr>
          </a:p>
        </p:txBody>
      </p:sp>
      <p:pic>
        <p:nvPicPr>
          <p:cNvPr id="5" name="Picture 4">
            <a:extLst>
              <a:ext uri="{FF2B5EF4-FFF2-40B4-BE49-F238E27FC236}">
                <a16:creationId xmlns:a16="http://schemas.microsoft.com/office/drawing/2014/main" id="{2A40ECE2-842E-BDFE-D34D-A34CC3D9D5B0}"/>
              </a:ext>
            </a:extLst>
          </p:cNvPr>
          <p:cNvPicPr>
            <a:picLocks noChangeAspect="1"/>
          </p:cNvPicPr>
          <p:nvPr/>
        </p:nvPicPr>
        <p:blipFill>
          <a:blip r:embed="rId3"/>
          <a:stretch>
            <a:fillRect/>
          </a:stretch>
        </p:blipFill>
        <p:spPr>
          <a:xfrm>
            <a:off x="5195468" y="1828800"/>
            <a:ext cx="6537872" cy="3692777"/>
          </a:xfrm>
          <a:prstGeom prst="rect">
            <a:avLst/>
          </a:prstGeom>
        </p:spPr>
      </p:pic>
      <p:sp>
        <p:nvSpPr>
          <p:cNvPr id="3" name="Content Placeholder 2">
            <a:extLst>
              <a:ext uri="{FF2B5EF4-FFF2-40B4-BE49-F238E27FC236}">
                <a16:creationId xmlns:a16="http://schemas.microsoft.com/office/drawing/2014/main" id="{28BEFEE4-0EC7-9868-E75A-7C6B14BDB789}"/>
              </a:ext>
            </a:extLst>
          </p:cNvPr>
          <p:cNvSpPr>
            <a:spLocks noGrp="1"/>
          </p:cNvSpPr>
          <p:nvPr>
            <p:ph idx="4294967295"/>
          </p:nvPr>
        </p:nvSpPr>
        <p:spPr>
          <a:xfrm>
            <a:off x="458660" y="1709738"/>
            <a:ext cx="5129339" cy="4525962"/>
          </a:xfrm>
          <a:solidFill>
            <a:schemeClr val="bg1"/>
          </a:solidFill>
        </p:spPr>
        <p:txBody>
          <a:bodyPr vert="horz" wrap="square" lIns="0" tIns="45720" rIns="10" bIns="45720" rtlCol="0">
            <a:noAutofit/>
          </a:bodyPr>
          <a:lstStyle/>
          <a:p>
            <a:pPr marL="0" indent="0">
              <a:buNone/>
            </a:pPr>
            <a:r>
              <a:rPr lang="en-US" sz="2600" b="1" dirty="0">
                <a:solidFill>
                  <a:schemeClr val="accent4"/>
                </a:solidFill>
              </a:rPr>
              <a:t>Skipping headings – reduces screen reader navigability</a:t>
            </a:r>
          </a:p>
          <a:p>
            <a:r>
              <a:rPr lang="en-US" sz="2500" dirty="0"/>
              <a:t>Scrolling down the page, for example, the next section features a level-2 heading—"Explore NCES"—which could make it a bit confusing to navigate the site with a screen reader since level-3 headings precede it. </a:t>
            </a:r>
          </a:p>
          <a:p>
            <a:r>
              <a:rPr lang="en-US" sz="2500" dirty="0"/>
              <a:t>Visually, however, it is still quite organized and easy to differentiate sections of the webpage.</a:t>
            </a:r>
          </a:p>
        </p:txBody>
      </p:sp>
    </p:spTree>
    <p:extLst>
      <p:ext uri="{BB962C8B-B14F-4D97-AF65-F5344CB8AC3E}">
        <p14:creationId xmlns:p14="http://schemas.microsoft.com/office/powerpoint/2010/main" val="2969975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CD00-DCD3-8E4C-2219-B7330E359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9C22E-B40D-D061-7F25-A66BE55F52B7}"/>
              </a:ext>
            </a:extLst>
          </p:cNvPr>
          <p:cNvSpPr>
            <a:spLocks noGrp="1"/>
          </p:cNvSpPr>
          <p:nvPr>
            <p:ph type="title" idx="4294967295"/>
          </p:nvPr>
        </p:nvSpPr>
        <p:spPr>
          <a:xfrm>
            <a:off x="458660" y="274638"/>
            <a:ext cx="10815765" cy="1143000"/>
          </a:xfrm>
        </p:spPr>
        <p:txBody>
          <a:bodyPr vert="horz" lIns="0" tIns="45720" rIns="10" bIns="45720" rtlCol="0" anchor="ctr">
            <a:noAutofit/>
          </a:bodyPr>
          <a:lstStyle/>
          <a:p>
            <a:pPr algn="l"/>
            <a:r>
              <a:rPr dirty="0"/>
              <a:t>Accessibility Audit </a:t>
            </a:r>
            <a:r>
              <a:rPr lang="en-US" dirty="0"/>
              <a:t>Conclusion:</a:t>
            </a:r>
            <a:br>
              <a:rPr lang="en-US" dirty="0"/>
            </a:br>
            <a:r>
              <a:rPr lang="en-US" sz="3400" dirty="0">
                <a:solidFill>
                  <a:schemeClr val="accent2"/>
                </a:solidFill>
              </a:rPr>
              <a:t>Good overall, room for improvement</a:t>
            </a:r>
            <a:endParaRPr sz="3400" dirty="0">
              <a:solidFill>
                <a:schemeClr val="accent2"/>
              </a:solidFill>
            </a:endParaRPr>
          </a:p>
        </p:txBody>
      </p:sp>
      <p:sp>
        <p:nvSpPr>
          <p:cNvPr id="3" name="Content Placeholder 2">
            <a:extLst>
              <a:ext uri="{FF2B5EF4-FFF2-40B4-BE49-F238E27FC236}">
                <a16:creationId xmlns:a16="http://schemas.microsoft.com/office/drawing/2014/main" id="{46CF78B3-9ED1-17E8-56A1-F013662A4D97}"/>
              </a:ext>
            </a:extLst>
          </p:cNvPr>
          <p:cNvSpPr>
            <a:spLocks noGrp="1"/>
          </p:cNvSpPr>
          <p:nvPr>
            <p:ph idx="4294967295"/>
          </p:nvPr>
        </p:nvSpPr>
        <p:spPr>
          <a:xfrm>
            <a:off x="1371600" y="1557338"/>
            <a:ext cx="9525000" cy="3509962"/>
          </a:xfrm>
        </p:spPr>
        <p:txBody>
          <a:bodyPr vert="horz" wrap="square" lIns="0" tIns="45720" rIns="10" bIns="45720" rtlCol="0">
            <a:noAutofit/>
          </a:bodyPr>
          <a:lstStyle/>
          <a:p>
            <a:pPr marL="0" indent="0">
              <a:spcBef>
                <a:spcPts val="600"/>
              </a:spcBef>
              <a:buNone/>
            </a:pPr>
            <a:r>
              <a:rPr lang="en-US" sz="2600" dirty="0"/>
              <a:t>Judging by the homepage, the NCES website is overall a very accessible site. Its only error is a missing alt text description.</a:t>
            </a:r>
          </a:p>
          <a:p>
            <a:pPr marL="0" indent="0">
              <a:spcBef>
                <a:spcPts val="600"/>
              </a:spcBef>
              <a:buNone/>
            </a:pPr>
            <a:r>
              <a:rPr lang="en-US" sz="2600" dirty="0"/>
              <a:t>No (valid) contrast errors, so those with lower vision should find it readable, and the site uses heading levels strategically to make the site navigable.</a:t>
            </a:r>
          </a:p>
          <a:p>
            <a:pPr marL="0" indent="0">
              <a:spcBef>
                <a:spcPts val="600"/>
              </a:spcBef>
              <a:buNone/>
            </a:pPr>
            <a:r>
              <a:rPr lang="en-US" sz="2600" dirty="0"/>
              <a:t>A notable limitation of the site's navigability is, of course, that the h2 level was skipped toward the top of the page, which could make navigating different sections of the homepage less intuitive for visitors using screen readers.</a:t>
            </a:r>
          </a:p>
        </p:txBody>
      </p:sp>
      <p:pic>
        <p:nvPicPr>
          <p:cNvPr id="5" name="Graphic 4" descr="Close with solid fill">
            <a:extLst>
              <a:ext uri="{FF2B5EF4-FFF2-40B4-BE49-F238E27FC236}">
                <a16:creationId xmlns:a16="http://schemas.microsoft.com/office/drawing/2014/main" id="{303163CA-BE52-5648-22CB-0D31FD7583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8660" y="1557338"/>
            <a:ext cx="684212" cy="684212"/>
          </a:xfrm>
          <a:prstGeom prst="rect">
            <a:avLst/>
          </a:prstGeom>
        </p:spPr>
      </p:pic>
      <p:pic>
        <p:nvPicPr>
          <p:cNvPr id="7" name="Graphic 6" descr="Checkmark with solid fill">
            <a:extLst>
              <a:ext uri="{FF2B5EF4-FFF2-40B4-BE49-F238E27FC236}">
                <a16:creationId xmlns:a16="http://schemas.microsoft.com/office/drawing/2014/main" id="{930E4358-4465-7B42-87F1-7482AF5D91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660" y="2628107"/>
            <a:ext cx="684212" cy="684212"/>
          </a:xfrm>
          <a:prstGeom prst="rect">
            <a:avLst/>
          </a:prstGeom>
        </p:spPr>
      </p:pic>
      <p:pic>
        <p:nvPicPr>
          <p:cNvPr id="9" name="Graphic 8" descr="Settings with solid fill">
            <a:extLst>
              <a:ext uri="{FF2B5EF4-FFF2-40B4-BE49-F238E27FC236}">
                <a16:creationId xmlns:a16="http://schemas.microsoft.com/office/drawing/2014/main" id="{E2F9E905-13CD-0172-3787-72E270FA32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836" y="3698876"/>
            <a:ext cx="914400" cy="914400"/>
          </a:xfrm>
          <a:prstGeom prst="rect">
            <a:avLst/>
          </a:prstGeom>
        </p:spPr>
      </p:pic>
      <p:sp>
        <p:nvSpPr>
          <p:cNvPr id="11" name="TextBox 10">
            <a:extLst>
              <a:ext uri="{FF2B5EF4-FFF2-40B4-BE49-F238E27FC236}">
                <a16:creationId xmlns:a16="http://schemas.microsoft.com/office/drawing/2014/main" id="{188FA0C7-75D6-3A1F-A183-91D0ED183B28}"/>
              </a:ext>
            </a:extLst>
          </p:cNvPr>
          <p:cNvSpPr txBox="1"/>
          <p:nvPr/>
        </p:nvSpPr>
        <p:spPr>
          <a:xfrm>
            <a:off x="1689100" y="5207000"/>
            <a:ext cx="9994900" cy="1292662"/>
          </a:xfrm>
          <a:prstGeom prst="rect">
            <a:avLst/>
          </a:prstGeom>
          <a:noFill/>
        </p:spPr>
        <p:txBody>
          <a:bodyPr wrap="square">
            <a:spAutoFit/>
          </a:bodyPr>
          <a:lstStyle/>
          <a:p>
            <a:pPr marL="0" indent="0">
              <a:spcBef>
                <a:spcPts val="600"/>
              </a:spcBef>
              <a:buNone/>
            </a:pPr>
            <a:r>
              <a:rPr lang="en-US" sz="2600" b="1" dirty="0">
                <a:solidFill>
                  <a:srgbClr val="1D8B59"/>
                </a:solidFill>
              </a:rPr>
              <a:t>Overall</a:t>
            </a:r>
            <a:r>
              <a:rPr lang="en-US" sz="2600" dirty="0"/>
              <a:t>: the NCES seems to be doing quite well with accessible design, but fixing the identified issues would help make their site even more accessible.</a:t>
            </a:r>
          </a:p>
        </p:txBody>
      </p:sp>
      <p:pic>
        <p:nvPicPr>
          <p:cNvPr id="13" name="Graphic 12" descr="Upward trend with solid fill">
            <a:extLst>
              <a:ext uri="{FF2B5EF4-FFF2-40B4-BE49-F238E27FC236}">
                <a16:creationId xmlns:a16="http://schemas.microsoft.com/office/drawing/2014/main" id="{DA404908-F4DD-304C-B454-9C7F648305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599" y="5053806"/>
            <a:ext cx="1079501" cy="1079501"/>
          </a:xfrm>
          <a:prstGeom prst="rect">
            <a:avLst/>
          </a:prstGeom>
        </p:spPr>
      </p:pic>
    </p:spTree>
    <p:extLst>
      <p:ext uri="{BB962C8B-B14F-4D97-AF65-F5344CB8AC3E}">
        <p14:creationId xmlns:p14="http://schemas.microsoft.com/office/powerpoint/2010/main" val="3740425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383E55-65B7-7899-978B-4B56BA96D6FA}"/>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806778CD-6193-F5CF-DFF9-5D0A6C5C89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A73FE04-409A-2CB6-E751-60D4E0C6C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9E350D81-89FC-9126-0C7C-8A355189F2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37" name="Freeform: Shape 36">
              <a:extLst>
                <a:ext uri="{FF2B5EF4-FFF2-40B4-BE49-F238E27FC236}">
                  <a16:creationId xmlns:a16="http://schemas.microsoft.com/office/drawing/2014/main" id="{08B3394C-9425-10F7-7088-B491C99B0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2FFC96DB-0840-8849-F44D-60590F621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38">
              <a:extLst>
                <a:ext uri="{FF2B5EF4-FFF2-40B4-BE49-F238E27FC236}">
                  <a16:creationId xmlns:a16="http://schemas.microsoft.com/office/drawing/2014/main" id="{CE8A316E-9597-5B73-7B7E-D58855D3C0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Freeform: Shape 39">
              <a:extLst>
                <a:ext uri="{FF2B5EF4-FFF2-40B4-BE49-F238E27FC236}">
                  <a16:creationId xmlns:a16="http://schemas.microsoft.com/office/drawing/2014/main" id="{EB0E06FD-C3C0-FA45-7E09-12AEA69C07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438DAE15-8642-0A83-BE1A-95831934B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2" name="Freeform: Shape 41">
              <a:extLst>
                <a:ext uri="{FF2B5EF4-FFF2-40B4-BE49-F238E27FC236}">
                  <a16:creationId xmlns:a16="http://schemas.microsoft.com/office/drawing/2014/main" id="{A4B1D88A-7803-92D0-8663-743959A4B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C7F663F9-5295-389E-09B1-43D1A6D567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 name="Oval 5">
            <a:extLst>
              <a:ext uri="{FF2B5EF4-FFF2-40B4-BE49-F238E27FC236}">
                <a16:creationId xmlns:a16="http://schemas.microsoft.com/office/drawing/2014/main" id="{F7201212-43F7-33F1-C1F4-41AB1A687F35}"/>
              </a:ext>
            </a:extLst>
          </p:cNvPr>
          <p:cNvSpPr/>
          <p:nvPr/>
        </p:nvSpPr>
        <p:spPr>
          <a:xfrm>
            <a:off x="1496324" y="616689"/>
            <a:ext cx="9303561" cy="6442367"/>
          </a:xfrm>
          <a:prstGeom prst="ellipse">
            <a:avLst/>
          </a:prstGeom>
          <a:solidFill>
            <a:srgbClr val="FFFFFF">
              <a:alpha val="45098"/>
            </a:srgbClr>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F84C1CDD-D0B9-672D-6CC3-1583D4C0AFE6}"/>
              </a:ext>
            </a:extLst>
          </p:cNvPr>
          <p:cNvSpPr>
            <a:spLocks noGrp="1"/>
          </p:cNvSpPr>
          <p:nvPr>
            <p:ph type="title"/>
          </p:nvPr>
        </p:nvSpPr>
        <p:spPr>
          <a:xfrm>
            <a:off x="2631498" y="355768"/>
            <a:ext cx="6921500" cy="1106469"/>
          </a:xfrm>
        </p:spPr>
        <p:txBody>
          <a:bodyPr vert="horz" lIns="91440" tIns="45720" rIns="91440" bIns="45720" rtlCol="0" anchor="t">
            <a:normAutofit fontScale="90000"/>
          </a:bodyPr>
          <a:lstStyle/>
          <a:p>
            <a:pPr algn="ctr"/>
            <a:r>
              <a:rPr lang="en-US" sz="5200" kern="1200" dirty="0">
                <a:latin typeface="+mj-lt"/>
                <a:ea typeface="+mj-ea"/>
                <a:cs typeface="+mj-cs"/>
              </a:rPr>
              <a:t>Web Literacy Reflection</a:t>
            </a:r>
          </a:p>
        </p:txBody>
      </p:sp>
      <p:pic>
        <p:nvPicPr>
          <p:cNvPr id="14" name="Graphic 13" descr="Blog with solid fill">
            <a:extLst>
              <a:ext uri="{FF2B5EF4-FFF2-40B4-BE49-F238E27FC236}">
                <a16:creationId xmlns:a16="http://schemas.microsoft.com/office/drawing/2014/main" id="{710076E9-1637-9778-D346-8F2F2F27F6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851736">
            <a:off x="6819204" y="3798568"/>
            <a:ext cx="1451543" cy="1451543"/>
          </a:xfrm>
          <a:prstGeom prst="rect">
            <a:avLst/>
          </a:prstGeom>
        </p:spPr>
      </p:pic>
      <p:pic>
        <p:nvPicPr>
          <p:cNvPr id="17" name="Graphic 16" descr="Browser window outline">
            <a:extLst>
              <a:ext uri="{FF2B5EF4-FFF2-40B4-BE49-F238E27FC236}">
                <a16:creationId xmlns:a16="http://schemas.microsoft.com/office/drawing/2014/main" id="{48D1F328-996E-DDFA-6AF6-AD726FBD2D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485687">
            <a:off x="560834" y="4770979"/>
            <a:ext cx="914400" cy="914400"/>
          </a:xfrm>
          <a:prstGeom prst="rect">
            <a:avLst/>
          </a:prstGeom>
        </p:spPr>
      </p:pic>
      <p:pic>
        <p:nvPicPr>
          <p:cNvPr id="29" name="Graphic 28" descr="Image with solid fill">
            <a:extLst>
              <a:ext uri="{FF2B5EF4-FFF2-40B4-BE49-F238E27FC236}">
                <a16:creationId xmlns:a16="http://schemas.microsoft.com/office/drawing/2014/main" id="{F6F9D71B-BDE1-640F-6146-4B315B9F8F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407835">
            <a:off x="943170" y="816812"/>
            <a:ext cx="1427678" cy="1427678"/>
          </a:xfrm>
          <a:prstGeom prst="rect">
            <a:avLst/>
          </a:prstGeom>
        </p:spPr>
      </p:pic>
      <p:pic>
        <p:nvPicPr>
          <p:cNvPr id="31" name="Graphic 30" descr="Ui Ux outline">
            <a:extLst>
              <a:ext uri="{FF2B5EF4-FFF2-40B4-BE49-F238E27FC236}">
                <a16:creationId xmlns:a16="http://schemas.microsoft.com/office/drawing/2014/main" id="{DE6162ED-7EE1-96A9-2E41-73023E5BFF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0191" y="779601"/>
            <a:ext cx="1261811" cy="1261811"/>
          </a:xfrm>
          <a:prstGeom prst="rect">
            <a:avLst/>
          </a:prstGeom>
        </p:spPr>
      </p:pic>
      <p:graphicFrame>
        <p:nvGraphicFramePr>
          <p:cNvPr id="4" name="Diagram 3">
            <a:extLst>
              <a:ext uri="{FF2B5EF4-FFF2-40B4-BE49-F238E27FC236}">
                <a16:creationId xmlns:a16="http://schemas.microsoft.com/office/drawing/2014/main" id="{A559405C-B001-BD53-C7B1-48D27ADD5CF3}"/>
              </a:ext>
            </a:extLst>
          </p:cNvPr>
          <p:cNvGraphicFramePr/>
          <p:nvPr>
            <p:extLst>
              <p:ext uri="{D42A27DB-BD31-4B8C-83A1-F6EECF244321}">
                <p14:modId xmlns:p14="http://schemas.microsoft.com/office/powerpoint/2010/main" val="3487495304"/>
              </p:ext>
            </p:extLst>
          </p:nvPr>
        </p:nvGraphicFramePr>
        <p:xfrm>
          <a:off x="1108329" y="1540967"/>
          <a:ext cx="9967838" cy="513484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27116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9494AC-7E1C-2CEB-03E0-670A9137732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31F7BF6-6525-F878-842D-81947AE62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F9015C5-FBFE-F733-65F7-73F7EFE76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7" name="Freeform: Shape 26">
            <a:extLst>
              <a:ext uri="{FF2B5EF4-FFF2-40B4-BE49-F238E27FC236}">
                <a16:creationId xmlns:a16="http://schemas.microsoft.com/office/drawing/2014/main" id="{3021B8C7-8964-13AA-587F-0CB58674E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6D41A1C6-6A40-46D8-03C4-06A37B1087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30" name="Freeform: Shape 29">
              <a:extLst>
                <a:ext uri="{FF2B5EF4-FFF2-40B4-BE49-F238E27FC236}">
                  <a16:creationId xmlns:a16="http://schemas.microsoft.com/office/drawing/2014/main" id="{66F33FE6-DD18-C931-C8C3-99330F2CE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FF2A68CD-9B46-3063-5E57-5013EC8C91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755FF4C4-BE2C-EAE5-9240-32FB94BCA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4F504942-0A45-952F-4AED-2703D80487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8FEE7CF9-3CCC-8507-14E8-B4AA795F1A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4EDCB6CC-E098-1048-724D-38E2D57E3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3FAED3F3-3409-2147-7011-4B0FE2E78E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38" name="Group 37">
            <a:extLst>
              <a:ext uri="{FF2B5EF4-FFF2-40B4-BE49-F238E27FC236}">
                <a16:creationId xmlns:a16="http://schemas.microsoft.com/office/drawing/2014/main" id="{8ABF6928-F012-45E9-2678-B04F0D6586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39" name="Freeform: Shape 38">
              <a:extLst>
                <a:ext uri="{FF2B5EF4-FFF2-40B4-BE49-F238E27FC236}">
                  <a16:creationId xmlns:a16="http://schemas.microsoft.com/office/drawing/2014/main" id="{A95B1336-DE89-7E1F-5502-C37E4F1F20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F729D06-52B3-6E25-50A6-91CE5C0AA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75B6D4D-B04C-576D-6A45-F1A96EF68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2" name="Freeform: Shape 41">
              <a:extLst>
                <a:ext uri="{FF2B5EF4-FFF2-40B4-BE49-F238E27FC236}">
                  <a16:creationId xmlns:a16="http://schemas.microsoft.com/office/drawing/2014/main" id="{3720EFC6-73B4-67C1-84E7-0DF14C21B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4" name="Group 43">
            <a:extLst>
              <a:ext uri="{FF2B5EF4-FFF2-40B4-BE49-F238E27FC236}">
                <a16:creationId xmlns:a16="http://schemas.microsoft.com/office/drawing/2014/main" id="{5741EFE9-A552-5A47-030A-C49694896F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45" name="Freeform: Shape 44">
              <a:extLst>
                <a:ext uri="{FF2B5EF4-FFF2-40B4-BE49-F238E27FC236}">
                  <a16:creationId xmlns:a16="http://schemas.microsoft.com/office/drawing/2014/main" id="{811A4628-C492-512A-A591-6CD867E3C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71F7C36E-16BA-3578-0C08-62612EF77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E7D17B23-DC8B-7FA4-7907-0DC57F99B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8" name="Freeform: Shape 47">
              <a:extLst>
                <a:ext uri="{FF2B5EF4-FFF2-40B4-BE49-F238E27FC236}">
                  <a16:creationId xmlns:a16="http://schemas.microsoft.com/office/drawing/2014/main" id="{0B86AFB6-1F5E-3489-D578-A051D2C9B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Oval 20">
            <a:extLst>
              <a:ext uri="{FF2B5EF4-FFF2-40B4-BE49-F238E27FC236}">
                <a16:creationId xmlns:a16="http://schemas.microsoft.com/office/drawing/2014/main" id="{898CE773-85DB-EB0A-041E-95404BEEFFED}"/>
              </a:ext>
            </a:extLst>
          </p:cNvPr>
          <p:cNvSpPr/>
          <p:nvPr/>
        </p:nvSpPr>
        <p:spPr>
          <a:xfrm>
            <a:off x="1496324" y="616689"/>
            <a:ext cx="9303561" cy="6442367"/>
          </a:xfrm>
          <a:prstGeom prst="ellipse">
            <a:avLst/>
          </a:prstGeom>
          <a:solidFill>
            <a:srgbClr val="FFFFFF">
              <a:alpha val="45098"/>
            </a:srgbClr>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E3CA185E-0B54-510C-C9A6-64DC031521C1}"/>
              </a:ext>
            </a:extLst>
          </p:cNvPr>
          <p:cNvSpPr>
            <a:spLocks noGrp="1"/>
          </p:cNvSpPr>
          <p:nvPr>
            <p:ph type="title"/>
          </p:nvPr>
        </p:nvSpPr>
        <p:spPr>
          <a:xfrm>
            <a:off x="3043250" y="389195"/>
            <a:ext cx="6105194" cy="1082309"/>
          </a:xfrm>
        </p:spPr>
        <p:txBody>
          <a:bodyPr vert="horz" lIns="91440" tIns="45720" rIns="91440" bIns="45720" rtlCol="0" anchor="t">
            <a:normAutofit/>
          </a:bodyPr>
          <a:lstStyle/>
          <a:p>
            <a:pPr algn="ctr"/>
            <a:r>
              <a:rPr lang="en-US" sz="5200" kern="1200">
                <a:latin typeface="+mj-lt"/>
                <a:ea typeface="+mj-ea"/>
                <a:cs typeface="+mj-cs"/>
              </a:rPr>
              <a:t>AI Literacy</a:t>
            </a:r>
            <a:endParaRPr lang="en-US" sz="5200" kern="1200" dirty="0">
              <a:latin typeface="+mj-lt"/>
              <a:ea typeface="+mj-ea"/>
              <a:cs typeface="+mj-cs"/>
            </a:endParaRPr>
          </a:p>
        </p:txBody>
      </p:sp>
      <p:sp>
        <p:nvSpPr>
          <p:cNvPr id="11" name="Text Placeholder 2">
            <a:extLst>
              <a:ext uri="{FF2B5EF4-FFF2-40B4-BE49-F238E27FC236}">
                <a16:creationId xmlns:a16="http://schemas.microsoft.com/office/drawing/2014/main" id="{33166256-1816-713F-BC2A-B94CB0BE1C80}"/>
              </a:ext>
            </a:extLst>
          </p:cNvPr>
          <p:cNvSpPr>
            <a:spLocks noGrp="1"/>
          </p:cNvSpPr>
          <p:nvPr>
            <p:ph type="body" idx="1"/>
          </p:nvPr>
        </p:nvSpPr>
        <p:spPr>
          <a:xfrm>
            <a:off x="2158082" y="1320574"/>
            <a:ext cx="7871485" cy="5029426"/>
          </a:xfrm>
        </p:spPr>
        <p:txBody>
          <a:bodyPr vert="horz" lIns="91440" tIns="45720" rIns="91440" bIns="45720" rtlCol="0">
            <a:noAutofit/>
          </a:bodyPr>
          <a:lstStyle/>
          <a:p>
            <a:pPr algn="ctr"/>
            <a:r>
              <a:rPr lang="en-US" sz="2200" b="1">
                <a:solidFill>
                  <a:schemeClr val="tx2"/>
                </a:solidFill>
              </a:rPr>
              <a:t>AI literacy </a:t>
            </a:r>
            <a:r>
              <a:rPr lang="en-US" sz="2200">
                <a:solidFill>
                  <a:schemeClr val="tx2">
                    <a:lumMod val="50000"/>
                  </a:schemeClr>
                </a:solidFill>
              </a:rPr>
              <a:t>is the ability to </a:t>
            </a:r>
            <a:r>
              <a:rPr lang="en-US" sz="2200">
                <a:solidFill>
                  <a:schemeClr val="tx2"/>
                </a:solidFill>
              </a:rPr>
              <a:t>understand</a:t>
            </a:r>
            <a:r>
              <a:rPr lang="en-US" sz="2200">
                <a:solidFill>
                  <a:schemeClr val="tx2">
                    <a:lumMod val="50000"/>
                  </a:schemeClr>
                </a:solidFill>
              </a:rPr>
              <a:t>, </a:t>
            </a:r>
            <a:r>
              <a:rPr lang="en-US" sz="2200">
                <a:solidFill>
                  <a:schemeClr val="tx2"/>
                </a:solidFill>
              </a:rPr>
              <a:t>evaluate</a:t>
            </a:r>
            <a:r>
              <a:rPr lang="en-US" sz="2200">
                <a:solidFill>
                  <a:schemeClr val="tx2">
                    <a:lumMod val="50000"/>
                  </a:schemeClr>
                </a:solidFill>
              </a:rPr>
              <a:t>, and use artificial intelligence tools effectively, while critically reflecting on their </a:t>
            </a:r>
            <a:r>
              <a:rPr lang="en-US" sz="2200">
                <a:solidFill>
                  <a:schemeClr val="tx2"/>
                </a:solidFill>
              </a:rPr>
              <a:t>limitations</a:t>
            </a:r>
            <a:r>
              <a:rPr lang="en-US" sz="2200">
                <a:solidFill>
                  <a:schemeClr val="tx2">
                    <a:lumMod val="50000"/>
                  </a:schemeClr>
                </a:solidFill>
              </a:rPr>
              <a:t>, ethical </a:t>
            </a:r>
            <a:r>
              <a:rPr lang="en-US" sz="2200">
                <a:solidFill>
                  <a:schemeClr val="tx2"/>
                </a:solidFill>
              </a:rPr>
              <a:t>implications</a:t>
            </a:r>
            <a:r>
              <a:rPr lang="en-US" sz="2200">
                <a:solidFill>
                  <a:schemeClr val="tx2">
                    <a:lumMod val="50000"/>
                  </a:schemeClr>
                </a:solidFill>
              </a:rPr>
              <a:t>, and potential </a:t>
            </a:r>
            <a:r>
              <a:rPr lang="en-US" sz="2200">
                <a:solidFill>
                  <a:schemeClr val="tx2"/>
                </a:solidFill>
              </a:rPr>
              <a:t>impact</a:t>
            </a:r>
            <a:r>
              <a:rPr lang="en-US" sz="2200">
                <a:solidFill>
                  <a:schemeClr val="tx2">
                    <a:lumMod val="50000"/>
                  </a:schemeClr>
                </a:solidFill>
              </a:rPr>
              <a:t> on society. In today’s rapidly evolving technological landscape, AI literacy is essential for navigating tools like chatbots, recommendation systems, and machine learning platforms. This involves using AI effectively and critically comparing their outputs, identifying biases, and assessing their reliability and relevance in different contexts.</a:t>
            </a:r>
          </a:p>
          <a:p>
            <a:pPr algn="ctr"/>
            <a:r>
              <a:rPr lang="en-US" sz="2200">
                <a:solidFill>
                  <a:schemeClr val="tx2">
                    <a:lumMod val="50000"/>
                  </a:schemeClr>
                </a:solidFill>
              </a:rPr>
              <a:t>To demonstrate my competence in AI literacy, I have compared the outputs of two AI models: </a:t>
            </a:r>
            <a:r>
              <a:rPr lang="en-US" sz="2200">
                <a:solidFill>
                  <a:schemeClr val="tx2"/>
                </a:solidFill>
              </a:rPr>
              <a:t>ChatGPT</a:t>
            </a:r>
            <a:r>
              <a:rPr lang="en-US" sz="2200">
                <a:solidFill>
                  <a:schemeClr val="tx2">
                    <a:lumMod val="50000"/>
                  </a:schemeClr>
                </a:solidFill>
              </a:rPr>
              <a:t> and </a:t>
            </a:r>
            <a:r>
              <a:rPr lang="en-US" sz="2200">
                <a:solidFill>
                  <a:schemeClr val="tx2"/>
                </a:solidFill>
              </a:rPr>
              <a:t>Gemini</a:t>
            </a:r>
            <a:r>
              <a:rPr lang="en-US" sz="2200">
                <a:solidFill>
                  <a:schemeClr val="tx2">
                    <a:lumMod val="50000"/>
                  </a:schemeClr>
                </a:solidFill>
              </a:rPr>
              <a:t>. This work highlights my ability to analyze and evaluate the differences in their responses, critically assess the </a:t>
            </a:r>
            <a:r>
              <a:rPr lang="en-US" sz="2200">
                <a:solidFill>
                  <a:schemeClr val="tx2"/>
                </a:solidFill>
              </a:rPr>
              <a:t>quality</a:t>
            </a:r>
            <a:r>
              <a:rPr lang="en-US" sz="2200">
                <a:solidFill>
                  <a:schemeClr val="tx2">
                    <a:lumMod val="50000"/>
                  </a:schemeClr>
                </a:solidFill>
              </a:rPr>
              <a:t> and </a:t>
            </a:r>
            <a:r>
              <a:rPr lang="en-US" sz="2200">
                <a:solidFill>
                  <a:schemeClr val="tx2"/>
                </a:solidFill>
              </a:rPr>
              <a:t>accuracy</a:t>
            </a:r>
            <a:r>
              <a:rPr lang="en-US" sz="2200">
                <a:solidFill>
                  <a:schemeClr val="tx2">
                    <a:lumMod val="50000"/>
                  </a:schemeClr>
                </a:solidFill>
              </a:rPr>
              <a:t> of the content generated and reflect on the implications of these differences for practical applications. By engaging in this exercise, I showcase my understanding of how to leverage AI tools responsibly and effectively.</a:t>
            </a:r>
            <a:endParaRPr lang="en-US" sz="2200" dirty="0">
              <a:solidFill>
                <a:schemeClr val="tx2">
                  <a:lumMod val="50000"/>
                </a:schemeClr>
              </a:solidFill>
            </a:endParaRPr>
          </a:p>
        </p:txBody>
      </p:sp>
      <p:pic>
        <p:nvPicPr>
          <p:cNvPr id="12" name="Graphic 11" descr="Artificial Intelligence outline">
            <a:extLst>
              <a:ext uri="{FF2B5EF4-FFF2-40B4-BE49-F238E27FC236}">
                <a16:creationId xmlns:a16="http://schemas.microsoft.com/office/drawing/2014/main" id="{13909D70-95BD-2C66-572E-451B73BE03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1153385">
            <a:off x="187879" y="4791962"/>
            <a:ext cx="1788223" cy="1788223"/>
          </a:xfrm>
          <a:prstGeom prst="rect">
            <a:avLst/>
          </a:prstGeom>
        </p:spPr>
      </p:pic>
      <p:pic>
        <p:nvPicPr>
          <p:cNvPr id="13" name="Graphic 12" descr="Robot Hand with solid fill">
            <a:extLst>
              <a:ext uri="{FF2B5EF4-FFF2-40B4-BE49-F238E27FC236}">
                <a16:creationId xmlns:a16="http://schemas.microsoft.com/office/drawing/2014/main" id="{7F997CE3-059B-D091-56B7-A999F2F92E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0214354" y="-73736"/>
            <a:ext cx="1830633" cy="1830633"/>
          </a:xfrm>
          <a:prstGeom prst="rect">
            <a:avLst/>
          </a:prstGeom>
        </p:spPr>
      </p:pic>
    </p:spTree>
    <p:extLst>
      <p:ext uri="{BB962C8B-B14F-4D97-AF65-F5344CB8AC3E}">
        <p14:creationId xmlns:p14="http://schemas.microsoft.com/office/powerpoint/2010/main" val="2358509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D6CF6-6C28-7E4C-968B-35F42E3D056E}"/>
              </a:ext>
            </a:extLst>
          </p:cNvPr>
          <p:cNvSpPr>
            <a:spLocks noGrp="1"/>
          </p:cNvSpPr>
          <p:nvPr>
            <p:ph type="title"/>
          </p:nvPr>
        </p:nvSpPr>
        <p:spPr>
          <a:xfrm>
            <a:off x="838200" y="365126"/>
            <a:ext cx="10515600" cy="1158874"/>
          </a:xfrm>
          <a:solidFill>
            <a:schemeClr val="bg1"/>
          </a:solidFill>
        </p:spPr>
        <p:txBody>
          <a:bodyPr>
            <a:normAutofit/>
          </a:bodyPr>
          <a:lstStyle/>
          <a:p>
            <a:r>
              <a:rPr lang="en-US" dirty="0"/>
              <a:t>ChatGPT vs Gemini:</a:t>
            </a:r>
            <a:br>
              <a:rPr lang="en-US" dirty="0"/>
            </a:br>
            <a:r>
              <a:rPr lang="en-US" sz="3600" dirty="0">
                <a:solidFill>
                  <a:schemeClr val="accent3"/>
                </a:solidFill>
              </a:rPr>
              <a:t>Prompt 1 – Testing w/ well-known literary work</a:t>
            </a:r>
          </a:p>
        </p:txBody>
      </p:sp>
      <p:sp>
        <p:nvSpPr>
          <p:cNvPr id="3" name="Content Placeholder 2">
            <a:extLst>
              <a:ext uri="{FF2B5EF4-FFF2-40B4-BE49-F238E27FC236}">
                <a16:creationId xmlns:a16="http://schemas.microsoft.com/office/drawing/2014/main" id="{4D520ACA-A936-3C41-45F4-3436638037FF}"/>
              </a:ext>
            </a:extLst>
          </p:cNvPr>
          <p:cNvSpPr>
            <a:spLocks noGrp="1"/>
          </p:cNvSpPr>
          <p:nvPr>
            <p:ph sz="half" idx="1"/>
          </p:nvPr>
        </p:nvSpPr>
        <p:spPr>
          <a:xfrm>
            <a:off x="838201" y="1628774"/>
            <a:ext cx="5181600" cy="4864100"/>
          </a:xfrm>
        </p:spPr>
        <p:txBody>
          <a:bodyPr>
            <a:normAutofit fontScale="85000" lnSpcReduction="20000"/>
          </a:bodyPr>
          <a:lstStyle/>
          <a:p>
            <a:pPr marL="0" indent="0">
              <a:buNone/>
            </a:pPr>
            <a:r>
              <a:rPr lang="en-US" sz="2400" b="1" i="1" dirty="0">
                <a:solidFill>
                  <a:schemeClr val="accent3"/>
                </a:solidFill>
              </a:rPr>
              <a:t>Prompt</a:t>
            </a:r>
            <a:r>
              <a:rPr lang="en-US" sz="2400" b="1" i="1" dirty="0"/>
              <a:t>: Explain Beowulf</a:t>
            </a:r>
          </a:p>
          <a:p>
            <a:pPr marL="0" indent="0">
              <a:buNone/>
            </a:pPr>
            <a:r>
              <a:rPr lang="en-US" sz="2400" dirty="0">
                <a:solidFill>
                  <a:schemeClr val="accent3"/>
                </a:solidFill>
              </a:rPr>
              <a:t>Output:</a:t>
            </a:r>
          </a:p>
          <a:p>
            <a:pPr marL="0" indent="0">
              <a:buNone/>
            </a:pPr>
            <a:r>
              <a:rPr lang="en-US" sz="2400" dirty="0"/>
              <a:t>Beowulf is one of the oldest surviving works of English literature, a heroic epic poem written in Old English around 700-1000 AD. Although its exact authorship is unknown, the poem is a cornerstone of Anglo-Saxon literature, blending pagan traditions with emerging Christian themes. It recounts the adventures of its titular hero, Beowulf, and explores themes of bravery, loyalty, honor, and the inevitable decline of heroes.</a:t>
            </a:r>
          </a:p>
          <a:p>
            <a:pPr marL="0" indent="0">
              <a:buNone/>
            </a:pPr>
            <a:endParaRPr lang="en-US" sz="2400" dirty="0"/>
          </a:p>
          <a:p>
            <a:pPr marL="0" indent="0">
              <a:buNone/>
            </a:pPr>
            <a:r>
              <a:rPr lang="en-US" sz="2400" b="1" dirty="0"/>
              <a:t>Plot Summary</a:t>
            </a:r>
          </a:p>
          <a:p>
            <a:pPr marL="0" indent="0">
              <a:buNone/>
            </a:pPr>
            <a:r>
              <a:rPr lang="en-US" sz="2400" dirty="0"/>
              <a:t>The poem can be divided into three main sections:</a:t>
            </a:r>
          </a:p>
          <a:p>
            <a:pPr marL="0" indent="0">
              <a:buNone/>
            </a:pPr>
            <a:r>
              <a:rPr lang="en-US" sz="2400" i="1" dirty="0">
                <a:solidFill>
                  <a:schemeClr val="accent5">
                    <a:lumMod val="60000"/>
                    <a:lumOff val="40000"/>
                  </a:schemeClr>
                </a:solidFill>
              </a:rPr>
              <a:t>… [ response continues ]</a:t>
            </a:r>
          </a:p>
        </p:txBody>
      </p:sp>
      <p:sp>
        <p:nvSpPr>
          <p:cNvPr id="4" name="Content Placeholder 3">
            <a:extLst>
              <a:ext uri="{FF2B5EF4-FFF2-40B4-BE49-F238E27FC236}">
                <a16:creationId xmlns:a16="http://schemas.microsoft.com/office/drawing/2014/main" id="{EF57FE3E-7461-43BD-71A1-FBD381E9DB17}"/>
              </a:ext>
            </a:extLst>
          </p:cNvPr>
          <p:cNvSpPr>
            <a:spLocks noGrp="1"/>
          </p:cNvSpPr>
          <p:nvPr>
            <p:ph sz="half" idx="2"/>
          </p:nvPr>
        </p:nvSpPr>
        <p:spPr>
          <a:xfrm>
            <a:off x="6172201" y="1628774"/>
            <a:ext cx="5181600" cy="5087937"/>
          </a:xfrm>
        </p:spPr>
        <p:txBody>
          <a:bodyPr>
            <a:normAutofit fontScale="85000" lnSpcReduction="20000"/>
          </a:bodyPr>
          <a:lstStyle/>
          <a:p>
            <a:pPr marL="0" indent="0">
              <a:buNone/>
            </a:pPr>
            <a:r>
              <a:rPr lang="en-US" sz="2400" b="1" i="1" dirty="0">
                <a:solidFill>
                  <a:schemeClr val="accent3"/>
                </a:solidFill>
              </a:rPr>
              <a:t>Prompt</a:t>
            </a:r>
            <a:r>
              <a:rPr lang="en-US" sz="2400" b="1" i="1" dirty="0"/>
              <a:t>: Explain Beowulf</a:t>
            </a:r>
          </a:p>
          <a:p>
            <a:pPr marL="0" indent="0">
              <a:buNone/>
            </a:pPr>
            <a:r>
              <a:rPr lang="en-US" sz="2400" dirty="0">
                <a:solidFill>
                  <a:schemeClr val="accent3"/>
                </a:solidFill>
              </a:rPr>
              <a:t>Output:</a:t>
            </a:r>
          </a:p>
          <a:p>
            <a:pPr marL="0" indent="0">
              <a:buNone/>
            </a:pPr>
            <a:r>
              <a:rPr lang="en-US" sz="2400" dirty="0"/>
              <a:t>Beowulf is an epic poem, considered one of the most important works of Old English literature. It tells the story of Beowulf, a heroic warrior who comes to the aid of King Hrothgar of the Danes, whose mead hall (Heorot) is being terrorized by a monstrous creature called Grendel.</a:t>
            </a:r>
          </a:p>
          <a:p>
            <a:pPr marL="0" indent="0">
              <a:buNone/>
            </a:pPr>
            <a:r>
              <a:rPr lang="en-US" sz="2400" dirty="0"/>
              <a:t>The Story in Three Parts</a:t>
            </a:r>
          </a:p>
          <a:p>
            <a:pPr marL="0" indent="0">
              <a:buNone/>
            </a:pPr>
            <a:r>
              <a:rPr lang="en-US" sz="2400" dirty="0"/>
              <a:t>The poem is often divided into three main parts:</a:t>
            </a:r>
          </a:p>
          <a:p>
            <a:pPr marL="0" indent="0">
              <a:buNone/>
            </a:pPr>
            <a:r>
              <a:rPr lang="en-US" sz="2400" b="1" dirty="0"/>
              <a:t>Grendel</a:t>
            </a:r>
            <a:r>
              <a:rPr lang="en-US" sz="2400" dirty="0"/>
              <a:t>: Beowulf travels to Heorot and defeats Grendel in a fierce battle, ripping off the monster's arm.</a:t>
            </a:r>
          </a:p>
          <a:p>
            <a:pPr marL="0" indent="0">
              <a:buNone/>
            </a:pPr>
            <a:r>
              <a:rPr lang="en-US" sz="2400" b="1" dirty="0"/>
              <a:t>Grendel's Mother</a:t>
            </a:r>
            <a:r>
              <a:rPr lang="en-US" sz="2400" dirty="0"/>
              <a:t>: Grendel's mother, seeking revenge, attacks Heorot. Beowulf follows her to </a:t>
            </a:r>
            <a:r>
              <a:rPr lang="en-US" sz="2400" i="1" dirty="0">
                <a:solidFill>
                  <a:schemeClr val="accent5">
                    <a:lumMod val="60000"/>
                    <a:lumOff val="40000"/>
                  </a:schemeClr>
                </a:solidFill>
              </a:rPr>
              <a:t>… [ response continues ]</a:t>
            </a:r>
          </a:p>
          <a:p>
            <a:pPr marL="0" indent="0">
              <a:buNone/>
            </a:pPr>
            <a:endParaRPr lang="en-US" sz="2400" dirty="0"/>
          </a:p>
        </p:txBody>
      </p:sp>
    </p:spTree>
    <p:extLst>
      <p:ext uri="{BB962C8B-B14F-4D97-AF65-F5344CB8AC3E}">
        <p14:creationId xmlns:p14="http://schemas.microsoft.com/office/powerpoint/2010/main" val="17388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FCAB46-EB96-4F9A-43A7-1543E1ACEF31}"/>
              </a:ext>
            </a:extLst>
          </p:cNvPr>
          <p:cNvSpPr>
            <a:spLocks noGrp="1"/>
          </p:cNvSpPr>
          <p:nvPr>
            <p:ph idx="1"/>
          </p:nvPr>
        </p:nvSpPr>
        <p:spPr>
          <a:xfrm>
            <a:off x="1079500" y="1638300"/>
            <a:ext cx="10274300" cy="4678363"/>
          </a:xfrm>
        </p:spPr>
        <p:txBody>
          <a:bodyPr>
            <a:noAutofit/>
          </a:bodyPr>
          <a:lstStyle/>
          <a:p>
            <a:pPr>
              <a:spcBef>
                <a:spcPts val="600"/>
              </a:spcBef>
              <a:spcAft>
                <a:spcPts val="600"/>
              </a:spcAft>
            </a:pPr>
            <a:r>
              <a:rPr lang="en-US" sz="2200" b="1" dirty="0"/>
              <a:t>Both: </a:t>
            </a:r>
            <a:r>
              <a:rPr lang="en-US" sz="2200" dirty="0"/>
              <a:t>ChatGPT and Gemini provide comprehensive overviews of the Beowulf epic, covering similar core elements such as the poem's three-part narrative structure, key themes, and literary significance. </a:t>
            </a:r>
          </a:p>
          <a:p>
            <a:pPr>
              <a:spcBef>
                <a:spcPts val="600"/>
              </a:spcBef>
              <a:spcAft>
                <a:spcPts val="600"/>
              </a:spcAft>
            </a:pPr>
            <a:r>
              <a:rPr lang="en-US" sz="2200" dirty="0"/>
              <a:t>The </a:t>
            </a:r>
            <a:r>
              <a:rPr lang="en-US" sz="2200" b="1" dirty="0">
                <a:solidFill>
                  <a:schemeClr val="accent6"/>
                </a:solidFill>
              </a:rPr>
              <a:t>ChatGPT</a:t>
            </a:r>
            <a:r>
              <a:rPr lang="en-US" sz="2200" dirty="0"/>
              <a:t> output offers a </a:t>
            </a:r>
            <a:r>
              <a:rPr lang="en-US" sz="2200" b="1" dirty="0">
                <a:solidFill>
                  <a:schemeClr val="accent6"/>
                </a:solidFill>
              </a:rPr>
              <a:t>more detailed </a:t>
            </a:r>
            <a:r>
              <a:rPr lang="en-US" sz="2200" dirty="0"/>
              <a:t>and </a:t>
            </a:r>
            <a:r>
              <a:rPr lang="en-US" sz="2200" b="1" dirty="0">
                <a:solidFill>
                  <a:schemeClr val="accent6"/>
                </a:solidFill>
              </a:rPr>
              <a:t>nuanced</a:t>
            </a:r>
            <a:r>
              <a:rPr lang="en-US" sz="2200" dirty="0"/>
              <a:t> exploration, with richer descriptions of themes like fate (</a:t>
            </a:r>
            <a:r>
              <a:rPr lang="en-US" sz="2200" dirty="0" err="1"/>
              <a:t>wyrd</a:t>
            </a:r>
            <a:r>
              <a:rPr lang="en-US" sz="2200" dirty="0"/>
              <a:t>) and more elaborate explanations of the cultural context.</a:t>
            </a:r>
          </a:p>
          <a:p>
            <a:pPr lvl="1">
              <a:spcBef>
                <a:spcPts val="600"/>
              </a:spcBef>
              <a:spcAft>
                <a:spcPts val="600"/>
              </a:spcAft>
            </a:pPr>
            <a:r>
              <a:rPr lang="en-US" sz="1800" dirty="0"/>
              <a:t>It </a:t>
            </a:r>
            <a:r>
              <a:rPr lang="en-US" sz="2000" dirty="0"/>
              <a:t>also provides more specific literary analysis, such as discussing the use of kennings.</a:t>
            </a:r>
          </a:p>
          <a:p>
            <a:pPr>
              <a:spcBef>
                <a:spcPts val="600"/>
              </a:spcBef>
              <a:spcAft>
                <a:spcPts val="600"/>
              </a:spcAft>
            </a:pPr>
            <a:r>
              <a:rPr lang="en-US" sz="2200" dirty="0"/>
              <a:t>The </a:t>
            </a:r>
            <a:r>
              <a:rPr lang="en-US" sz="2200" b="1" dirty="0">
                <a:solidFill>
                  <a:schemeClr val="accent3">
                    <a:lumMod val="75000"/>
                  </a:schemeClr>
                </a:solidFill>
              </a:rPr>
              <a:t>Gemini</a:t>
            </a:r>
            <a:r>
              <a:rPr lang="en-US" sz="2200" dirty="0"/>
              <a:t> output, while equally informative, has a slightly more </a:t>
            </a:r>
            <a:r>
              <a:rPr lang="en-US" sz="2200" b="1" dirty="0">
                <a:solidFill>
                  <a:schemeClr val="accent3">
                    <a:lumMod val="75000"/>
                  </a:schemeClr>
                </a:solidFill>
              </a:rPr>
              <a:t>straightforward</a:t>
            </a:r>
            <a:r>
              <a:rPr lang="en-US" sz="2200" dirty="0"/>
              <a:t> and </a:t>
            </a:r>
            <a:r>
              <a:rPr lang="en-US" sz="2200" b="1" dirty="0">
                <a:solidFill>
                  <a:schemeClr val="accent3">
                    <a:lumMod val="75000"/>
                  </a:schemeClr>
                </a:solidFill>
              </a:rPr>
              <a:t>concise</a:t>
            </a:r>
            <a:r>
              <a:rPr lang="en-US" sz="2200" dirty="0"/>
              <a:t> presentation, with additional practical suggestions for further reading.</a:t>
            </a:r>
          </a:p>
          <a:p>
            <a:pPr>
              <a:spcBef>
                <a:spcPts val="600"/>
              </a:spcBef>
              <a:spcAft>
                <a:spcPts val="600"/>
              </a:spcAft>
            </a:pPr>
            <a:r>
              <a:rPr lang="en-US" sz="2200" dirty="0"/>
              <a:t>Both outputs highlight the poem's blend of Christian and pagan elements, its significance in Anglo-Saxon literature, and Beowulf's heroic journey, demonstrating a consistent scholarly understanding of this important literary work.</a:t>
            </a:r>
          </a:p>
        </p:txBody>
      </p:sp>
      <p:sp>
        <p:nvSpPr>
          <p:cNvPr id="4" name="Title 1">
            <a:extLst>
              <a:ext uri="{FF2B5EF4-FFF2-40B4-BE49-F238E27FC236}">
                <a16:creationId xmlns:a16="http://schemas.microsoft.com/office/drawing/2014/main" id="{24393833-FDFB-ACF0-9AD0-1FC2D849A83D}"/>
              </a:ext>
            </a:extLst>
          </p:cNvPr>
          <p:cNvSpPr>
            <a:spLocks noGrp="1"/>
          </p:cNvSpPr>
          <p:nvPr>
            <p:ph type="title"/>
          </p:nvPr>
        </p:nvSpPr>
        <p:spPr>
          <a:xfrm>
            <a:off x="838200" y="365126"/>
            <a:ext cx="10515600" cy="1158874"/>
          </a:xfrm>
          <a:solidFill>
            <a:schemeClr val="bg1"/>
          </a:solidFill>
        </p:spPr>
        <p:txBody>
          <a:bodyPr>
            <a:normAutofit/>
          </a:bodyPr>
          <a:lstStyle/>
          <a:p>
            <a:r>
              <a:rPr lang="en-US" dirty="0"/>
              <a:t>ChatGPT vs Gemini: </a:t>
            </a:r>
            <a:r>
              <a:rPr lang="en-US" sz="3600" dirty="0">
                <a:solidFill>
                  <a:schemeClr val="accent3"/>
                </a:solidFill>
              </a:rPr>
              <a:t>Prompt 1 Analysis</a:t>
            </a:r>
          </a:p>
        </p:txBody>
      </p:sp>
    </p:spTree>
    <p:extLst>
      <p:ext uri="{BB962C8B-B14F-4D97-AF65-F5344CB8AC3E}">
        <p14:creationId xmlns:p14="http://schemas.microsoft.com/office/powerpoint/2010/main" val="1183492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4797-C57E-3480-422C-662D1E2E4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9626A-C765-88C3-9F41-3DD18D040BA1}"/>
              </a:ext>
            </a:extLst>
          </p:cNvPr>
          <p:cNvSpPr>
            <a:spLocks noGrp="1"/>
          </p:cNvSpPr>
          <p:nvPr>
            <p:ph type="title"/>
          </p:nvPr>
        </p:nvSpPr>
        <p:spPr>
          <a:xfrm>
            <a:off x="838200" y="365126"/>
            <a:ext cx="10515600" cy="1158874"/>
          </a:xfrm>
          <a:solidFill>
            <a:schemeClr val="bg1"/>
          </a:solidFill>
        </p:spPr>
        <p:txBody>
          <a:bodyPr>
            <a:normAutofit/>
          </a:bodyPr>
          <a:lstStyle/>
          <a:p>
            <a:r>
              <a:rPr lang="en-US" dirty="0"/>
              <a:t>ChatGPT vs Gemini:</a:t>
            </a:r>
            <a:br>
              <a:rPr lang="en-US" dirty="0"/>
            </a:br>
            <a:r>
              <a:rPr lang="en-US" sz="3600" dirty="0">
                <a:solidFill>
                  <a:schemeClr val="accent5"/>
                </a:solidFill>
              </a:rPr>
              <a:t>Prompt 2 – Same literary work, more CLEAR</a:t>
            </a:r>
          </a:p>
        </p:txBody>
      </p:sp>
      <p:sp>
        <p:nvSpPr>
          <p:cNvPr id="3" name="Content Placeholder 2">
            <a:extLst>
              <a:ext uri="{FF2B5EF4-FFF2-40B4-BE49-F238E27FC236}">
                <a16:creationId xmlns:a16="http://schemas.microsoft.com/office/drawing/2014/main" id="{E628C9B1-4DDC-6A94-9DE2-2BC473AFEF56}"/>
              </a:ext>
            </a:extLst>
          </p:cNvPr>
          <p:cNvSpPr>
            <a:spLocks noGrp="1"/>
          </p:cNvSpPr>
          <p:nvPr>
            <p:ph sz="half" idx="1"/>
          </p:nvPr>
        </p:nvSpPr>
        <p:spPr>
          <a:xfrm>
            <a:off x="838201" y="1628773"/>
            <a:ext cx="5181600" cy="5087937"/>
          </a:xfrm>
        </p:spPr>
        <p:txBody>
          <a:bodyPr>
            <a:normAutofit fontScale="70000" lnSpcReduction="20000"/>
          </a:bodyPr>
          <a:lstStyle/>
          <a:p>
            <a:pPr marL="0" indent="0">
              <a:buNone/>
            </a:pPr>
            <a:r>
              <a:rPr lang="en-US" sz="2900" b="1" i="1" dirty="0">
                <a:solidFill>
                  <a:schemeClr val="accent5"/>
                </a:solidFill>
              </a:rPr>
              <a:t>Prompt</a:t>
            </a:r>
            <a:r>
              <a:rPr lang="en-US" sz="2900" b="1" i="1" dirty="0"/>
              <a:t>: Explain Beowulf’s illustration of cultural values &amp; to what extent they manifest in the story as well as within documented culture.</a:t>
            </a:r>
          </a:p>
          <a:p>
            <a:pPr marL="0" indent="0">
              <a:buNone/>
            </a:pPr>
            <a:r>
              <a:rPr lang="en-US" sz="3000" dirty="0">
                <a:solidFill>
                  <a:schemeClr val="accent5"/>
                </a:solidFill>
              </a:rPr>
              <a:t>Output:</a:t>
            </a:r>
          </a:p>
          <a:p>
            <a:r>
              <a:rPr lang="en-US" dirty="0"/>
              <a:t>Beowulf is a rich artifact of Anglo-Saxon culture, and it vividly illustrates the values and principles of that society. The poem not only tells a story but also serves as a lens through which we can examine the cultural norms, beliefs, and expectations of the time. These values manifest both explicitly within the plot and implicitly in the documented culture of the Anglo-Saxons.</a:t>
            </a:r>
          </a:p>
          <a:p>
            <a:r>
              <a:rPr lang="en-US" b="1" dirty="0"/>
              <a:t>Key Cultural Values in </a:t>
            </a:r>
            <a:r>
              <a:rPr lang="en-US" b="1" i="1" dirty="0"/>
              <a:t>Beowulf</a:t>
            </a:r>
            <a:r>
              <a:rPr lang="en-US" dirty="0"/>
              <a:t> and Their Manifestation</a:t>
            </a:r>
            <a:endParaRPr lang="en-US" b="1" dirty="0"/>
          </a:p>
          <a:p>
            <a:pPr marL="0" indent="0">
              <a:buNone/>
            </a:pPr>
            <a:r>
              <a:rPr lang="en-US" dirty="0"/>
              <a:t> </a:t>
            </a:r>
            <a:r>
              <a:rPr lang="en-US" sz="2400" i="1" dirty="0">
                <a:solidFill>
                  <a:schemeClr val="accent5">
                    <a:lumMod val="60000"/>
                    <a:lumOff val="40000"/>
                  </a:schemeClr>
                </a:solidFill>
              </a:rPr>
              <a:t>… [ response continues ]</a:t>
            </a:r>
          </a:p>
        </p:txBody>
      </p:sp>
      <p:sp>
        <p:nvSpPr>
          <p:cNvPr id="4" name="Content Placeholder 3">
            <a:extLst>
              <a:ext uri="{FF2B5EF4-FFF2-40B4-BE49-F238E27FC236}">
                <a16:creationId xmlns:a16="http://schemas.microsoft.com/office/drawing/2014/main" id="{F704DCCB-91EB-9254-1E99-D9E318C841C8}"/>
              </a:ext>
            </a:extLst>
          </p:cNvPr>
          <p:cNvSpPr>
            <a:spLocks noGrp="1"/>
          </p:cNvSpPr>
          <p:nvPr>
            <p:ph sz="half" idx="2"/>
          </p:nvPr>
        </p:nvSpPr>
        <p:spPr>
          <a:xfrm>
            <a:off x="6172201" y="1628774"/>
            <a:ext cx="5181600" cy="5087937"/>
          </a:xfrm>
        </p:spPr>
        <p:txBody>
          <a:bodyPr>
            <a:normAutofit fontScale="70000" lnSpcReduction="20000"/>
          </a:bodyPr>
          <a:lstStyle/>
          <a:p>
            <a:pPr marL="0" indent="0">
              <a:buNone/>
            </a:pPr>
            <a:r>
              <a:rPr lang="en-US" sz="2900" b="1" i="1" dirty="0">
                <a:solidFill>
                  <a:schemeClr val="accent5"/>
                </a:solidFill>
              </a:rPr>
              <a:t>Prompt</a:t>
            </a:r>
            <a:r>
              <a:rPr lang="en-US" sz="2900" b="1" i="1" dirty="0"/>
              <a:t>: Explain Beowulf’s illustration of cultural values &amp; to what extent they manifest in the story as well as within documented culture.</a:t>
            </a:r>
          </a:p>
          <a:p>
            <a:pPr marL="0" indent="0">
              <a:buNone/>
            </a:pPr>
            <a:r>
              <a:rPr lang="en-US" sz="3000" dirty="0">
                <a:solidFill>
                  <a:schemeClr val="accent5"/>
                </a:solidFill>
              </a:rPr>
              <a:t>Output:</a:t>
            </a:r>
          </a:p>
          <a:p>
            <a:r>
              <a:rPr lang="en-US" dirty="0"/>
              <a:t>Beowulf provides a fascinating window into the cultural values of the Anglo-Saxons, the Germanic people who inhabited England from the 5th century onwards. Here's how these values are woven into the story and how they connect to historical Anglo-Saxon culture:</a:t>
            </a:r>
          </a:p>
          <a:p>
            <a:pPr marL="0" indent="0">
              <a:buNone/>
            </a:pPr>
            <a:r>
              <a:rPr lang="en-US" b="1" dirty="0"/>
              <a:t>Key Values Illustrated in Beowulf</a:t>
            </a:r>
            <a:endParaRPr lang="en-US" dirty="0"/>
          </a:p>
          <a:p>
            <a:r>
              <a:rPr lang="en-US" b="1" dirty="0"/>
              <a:t>Strength and Courage</a:t>
            </a:r>
            <a:r>
              <a:rPr lang="en-US" dirty="0"/>
              <a:t>: Beowulf is the epitome of physical prowess. He boasts of his strength, battles monsters with his bare hands, and faces the dragon despite </a:t>
            </a:r>
            <a:r>
              <a:rPr lang="en-US" dirty="0">
                <a:solidFill>
                  <a:schemeClr val="accent5">
                    <a:lumMod val="60000"/>
                    <a:lumOff val="40000"/>
                  </a:schemeClr>
                </a:solidFill>
              </a:rPr>
              <a:t>… </a:t>
            </a:r>
            <a:r>
              <a:rPr lang="en-US" sz="2400" i="1" dirty="0">
                <a:solidFill>
                  <a:schemeClr val="accent5">
                    <a:lumMod val="60000"/>
                    <a:lumOff val="40000"/>
                  </a:schemeClr>
                </a:solidFill>
              </a:rPr>
              <a:t>[ response continues ]</a:t>
            </a:r>
          </a:p>
          <a:p>
            <a:pPr marL="0" indent="0">
              <a:buNone/>
            </a:pPr>
            <a:endParaRPr lang="en-US" sz="2400" dirty="0"/>
          </a:p>
        </p:txBody>
      </p:sp>
    </p:spTree>
    <p:extLst>
      <p:ext uri="{BB962C8B-B14F-4D97-AF65-F5344CB8AC3E}">
        <p14:creationId xmlns:p14="http://schemas.microsoft.com/office/powerpoint/2010/main" val="1560994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A2E7F-228D-54C4-5ECF-50E201D17E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E6B732-C758-6C70-0AD7-FC973BDB3FED}"/>
              </a:ext>
            </a:extLst>
          </p:cNvPr>
          <p:cNvSpPr>
            <a:spLocks noGrp="1"/>
          </p:cNvSpPr>
          <p:nvPr>
            <p:ph idx="1"/>
          </p:nvPr>
        </p:nvSpPr>
        <p:spPr>
          <a:xfrm>
            <a:off x="1079500" y="1638300"/>
            <a:ext cx="10274300" cy="4854574"/>
          </a:xfrm>
        </p:spPr>
        <p:txBody>
          <a:bodyPr>
            <a:noAutofit/>
          </a:bodyPr>
          <a:lstStyle/>
          <a:p>
            <a:pPr>
              <a:spcBef>
                <a:spcPts val="600"/>
              </a:spcBef>
              <a:spcAft>
                <a:spcPts val="600"/>
              </a:spcAft>
            </a:pPr>
            <a:r>
              <a:rPr lang="en-US" sz="2400" b="1" dirty="0"/>
              <a:t>Both</a:t>
            </a:r>
            <a:r>
              <a:rPr lang="en-US" sz="2400" dirty="0"/>
              <a:t>: provide in-depth explorations of Anglo-Saxon cultural values through the lens of Beowulf, but with distinct stylistic and structural approaches.</a:t>
            </a:r>
          </a:p>
          <a:p>
            <a:pPr>
              <a:spcBef>
                <a:spcPts val="600"/>
              </a:spcBef>
              <a:spcAft>
                <a:spcPts val="600"/>
              </a:spcAft>
            </a:pPr>
            <a:r>
              <a:rPr lang="en-US" sz="2400" dirty="0"/>
              <a:t>The </a:t>
            </a:r>
            <a:r>
              <a:rPr lang="en-US" sz="2400" b="1" dirty="0">
                <a:solidFill>
                  <a:schemeClr val="accent6"/>
                </a:solidFill>
              </a:rPr>
              <a:t>ChatGPT</a:t>
            </a:r>
            <a:r>
              <a:rPr lang="en-US" sz="2400" dirty="0"/>
              <a:t> output offers a more </a:t>
            </a:r>
            <a:r>
              <a:rPr lang="en-US" sz="2400" b="1" dirty="0">
                <a:solidFill>
                  <a:schemeClr val="accent6"/>
                </a:solidFill>
              </a:rPr>
              <a:t>scholarly</a:t>
            </a:r>
            <a:r>
              <a:rPr lang="en-US" sz="2400" dirty="0"/>
              <a:t> and systematically </a:t>
            </a:r>
            <a:r>
              <a:rPr lang="en-US" sz="2400" b="1" dirty="0">
                <a:solidFill>
                  <a:schemeClr val="accent6"/>
                </a:solidFill>
              </a:rPr>
              <a:t>organized</a:t>
            </a:r>
            <a:r>
              <a:rPr lang="en-US" sz="2400" dirty="0"/>
              <a:t> analysis, breaking down six key cultural values with detailed explanations of their manifestation in both the story and historical context.</a:t>
            </a:r>
          </a:p>
          <a:p>
            <a:pPr lvl="1">
              <a:spcBef>
                <a:spcPts val="600"/>
              </a:spcBef>
              <a:spcAft>
                <a:spcPts val="600"/>
              </a:spcAft>
            </a:pPr>
            <a:r>
              <a:rPr lang="en-US" sz="2400" dirty="0"/>
              <a:t>It provides more </a:t>
            </a:r>
            <a:r>
              <a:rPr lang="en-US" sz="2400" b="1" dirty="0">
                <a:solidFill>
                  <a:schemeClr val="accent6"/>
                </a:solidFill>
              </a:rPr>
              <a:t>extensive archaeological &amp; historical evidence </a:t>
            </a:r>
            <a:r>
              <a:rPr lang="en-US" sz="2400" dirty="0"/>
              <a:t>to support its claims.</a:t>
            </a:r>
          </a:p>
          <a:p>
            <a:pPr>
              <a:spcBef>
                <a:spcPts val="600"/>
              </a:spcBef>
              <a:spcAft>
                <a:spcPts val="600"/>
              </a:spcAft>
            </a:pPr>
            <a:r>
              <a:rPr lang="en-US" sz="2400" dirty="0"/>
              <a:t>The </a:t>
            </a:r>
            <a:r>
              <a:rPr lang="en-US" sz="2400" b="1" dirty="0">
                <a:solidFill>
                  <a:schemeClr val="accent3">
                    <a:lumMod val="75000"/>
                  </a:schemeClr>
                </a:solidFill>
              </a:rPr>
              <a:t>Gemini</a:t>
            </a:r>
            <a:r>
              <a:rPr lang="en-US" sz="2400" dirty="0"/>
              <a:t> output, while equally insightful, takes a slightly more </a:t>
            </a:r>
            <a:r>
              <a:rPr lang="en-US" sz="2400" b="1" dirty="0">
                <a:solidFill>
                  <a:schemeClr val="accent3">
                    <a:lumMod val="75000"/>
                  </a:schemeClr>
                </a:solidFill>
              </a:rPr>
              <a:t>narrative</a:t>
            </a:r>
            <a:r>
              <a:rPr lang="en-US" sz="2400" dirty="0"/>
              <a:t> </a:t>
            </a:r>
            <a:r>
              <a:rPr lang="en-US" sz="2400" b="1" dirty="0">
                <a:solidFill>
                  <a:schemeClr val="accent3">
                    <a:lumMod val="75000"/>
                  </a:schemeClr>
                </a:solidFill>
              </a:rPr>
              <a:t>approach</a:t>
            </a:r>
            <a:r>
              <a:rPr lang="en-US" sz="2400" dirty="0"/>
              <a:t>, presenting the cultural values in a more </a:t>
            </a:r>
            <a:r>
              <a:rPr lang="en-US" sz="2400" b="1" dirty="0">
                <a:solidFill>
                  <a:schemeClr val="accent3">
                    <a:lumMod val="75000"/>
                  </a:schemeClr>
                </a:solidFill>
              </a:rPr>
              <a:t>conversational tone </a:t>
            </a:r>
            <a:r>
              <a:rPr lang="en-US" sz="2400" dirty="0"/>
              <a:t>and with </a:t>
            </a:r>
            <a:r>
              <a:rPr lang="en-US" sz="2400" b="1" dirty="0">
                <a:solidFill>
                  <a:schemeClr val="accent3">
                    <a:lumMod val="75000"/>
                  </a:schemeClr>
                </a:solidFill>
              </a:rPr>
              <a:t>fewer specific historical references</a:t>
            </a:r>
            <a:r>
              <a:rPr lang="en-US" sz="2400" dirty="0"/>
              <a:t>. </a:t>
            </a:r>
          </a:p>
        </p:txBody>
      </p:sp>
      <p:sp>
        <p:nvSpPr>
          <p:cNvPr id="4" name="Title 1">
            <a:extLst>
              <a:ext uri="{FF2B5EF4-FFF2-40B4-BE49-F238E27FC236}">
                <a16:creationId xmlns:a16="http://schemas.microsoft.com/office/drawing/2014/main" id="{1FBDAFC6-24ED-07A4-EF67-E23975D01BD9}"/>
              </a:ext>
            </a:extLst>
          </p:cNvPr>
          <p:cNvSpPr>
            <a:spLocks noGrp="1"/>
          </p:cNvSpPr>
          <p:nvPr>
            <p:ph type="title"/>
          </p:nvPr>
        </p:nvSpPr>
        <p:spPr>
          <a:xfrm>
            <a:off x="838200" y="365126"/>
            <a:ext cx="10515600" cy="1158874"/>
          </a:xfrm>
          <a:solidFill>
            <a:schemeClr val="bg1"/>
          </a:solidFill>
        </p:spPr>
        <p:txBody>
          <a:bodyPr>
            <a:normAutofit/>
          </a:bodyPr>
          <a:lstStyle/>
          <a:p>
            <a:r>
              <a:rPr lang="en-US" dirty="0"/>
              <a:t>ChatGPT vs Gemini: </a:t>
            </a:r>
            <a:r>
              <a:rPr lang="en-US" sz="3600" dirty="0">
                <a:solidFill>
                  <a:schemeClr val="accent5"/>
                </a:solidFill>
              </a:rPr>
              <a:t>Prompt 2 Analysis</a:t>
            </a:r>
          </a:p>
        </p:txBody>
      </p:sp>
    </p:spTree>
    <p:extLst>
      <p:ext uri="{BB962C8B-B14F-4D97-AF65-F5344CB8AC3E}">
        <p14:creationId xmlns:p14="http://schemas.microsoft.com/office/powerpoint/2010/main" val="600971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F21F-7765-2555-37F7-351C896C7A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BA7CE2-334E-E0BE-2918-2872152B5C68}"/>
              </a:ext>
            </a:extLst>
          </p:cNvPr>
          <p:cNvSpPr>
            <a:spLocks noGrp="1"/>
          </p:cNvSpPr>
          <p:nvPr>
            <p:ph idx="1"/>
          </p:nvPr>
        </p:nvSpPr>
        <p:spPr>
          <a:xfrm>
            <a:off x="1079500" y="1638300"/>
            <a:ext cx="10274300" cy="4854574"/>
          </a:xfrm>
        </p:spPr>
        <p:txBody>
          <a:bodyPr>
            <a:noAutofit/>
          </a:bodyPr>
          <a:lstStyle/>
          <a:p>
            <a:pPr>
              <a:spcBef>
                <a:spcPts val="600"/>
              </a:spcBef>
              <a:spcAft>
                <a:spcPts val="600"/>
              </a:spcAft>
            </a:pPr>
            <a:r>
              <a:rPr lang="en-US" sz="2400" b="1" dirty="0"/>
              <a:t>Both</a:t>
            </a:r>
            <a:r>
              <a:rPr lang="en-US" sz="2400" dirty="0"/>
              <a:t>: highlight similar core values – heroism, loyalty, strength, reputation, and the interplay between pagan and Christian beliefs.</a:t>
            </a:r>
          </a:p>
          <a:p>
            <a:pPr>
              <a:spcBef>
                <a:spcPts val="600"/>
              </a:spcBef>
              <a:spcAft>
                <a:spcPts val="600"/>
              </a:spcAft>
            </a:pPr>
            <a:r>
              <a:rPr lang="en-US" sz="2400" dirty="0"/>
              <a:t>The </a:t>
            </a:r>
            <a:r>
              <a:rPr lang="en-US" sz="2400" b="1" dirty="0">
                <a:solidFill>
                  <a:schemeClr val="accent6"/>
                </a:solidFill>
              </a:rPr>
              <a:t>ChatGPT</a:t>
            </a:r>
            <a:r>
              <a:rPr lang="en-US" sz="2400" dirty="0"/>
              <a:t> version goes into </a:t>
            </a:r>
            <a:r>
              <a:rPr lang="en-US" sz="2400" b="1" dirty="0">
                <a:solidFill>
                  <a:schemeClr val="accent6"/>
                </a:solidFill>
              </a:rPr>
              <a:t>greater depth</a:t>
            </a:r>
            <a:r>
              <a:rPr lang="en-US" sz="2400" dirty="0"/>
              <a:t>, providing more nuanced analysis, while the </a:t>
            </a:r>
            <a:r>
              <a:rPr lang="en-US" sz="2400" b="1" dirty="0">
                <a:solidFill>
                  <a:schemeClr val="accent3"/>
                </a:solidFill>
              </a:rPr>
              <a:t>Gemini</a:t>
            </a:r>
            <a:r>
              <a:rPr lang="en-US" sz="2400" dirty="0"/>
              <a:t> output offers a </a:t>
            </a:r>
            <a:r>
              <a:rPr lang="en-US" sz="2400" b="1" dirty="0">
                <a:solidFill>
                  <a:schemeClr val="accent3"/>
                </a:solidFill>
              </a:rPr>
              <a:t>more accessible</a:t>
            </a:r>
            <a:r>
              <a:rPr lang="en-US" sz="2400" dirty="0"/>
              <a:t>, broadly sweeping interpretation of the epic's cultural significance.</a:t>
            </a:r>
          </a:p>
          <a:p>
            <a:pPr>
              <a:spcBef>
                <a:spcPts val="600"/>
              </a:spcBef>
              <a:spcAft>
                <a:spcPts val="600"/>
              </a:spcAft>
            </a:pPr>
            <a:r>
              <a:rPr lang="en-US" sz="2400" b="1" dirty="0"/>
              <a:t>Both</a:t>
            </a:r>
            <a:r>
              <a:rPr lang="en-US" sz="2400" dirty="0"/>
              <a:t>: Notably, both outputs emphasize Beowulf's role as a cultural artifact that provides insight into Anglo-Saxon societal norms and values beyond simply being a narrative.</a:t>
            </a:r>
          </a:p>
          <a:p>
            <a:pPr>
              <a:spcBef>
                <a:spcPts val="600"/>
              </a:spcBef>
              <a:spcAft>
                <a:spcPts val="600"/>
              </a:spcAft>
            </a:pPr>
            <a:r>
              <a:rPr lang="en-US" sz="2400" dirty="0"/>
              <a:t>CLEAR-style prompting saw greater results in drilling into the cultural values expressed in the book and their relation to culture with ChatGPT, whereas Gemini’s answers continued to be more generic.</a:t>
            </a:r>
          </a:p>
          <a:p>
            <a:pPr>
              <a:spcBef>
                <a:spcPts val="600"/>
              </a:spcBef>
              <a:spcAft>
                <a:spcPts val="600"/>
              </a:spcAft>
            </a:pPr>
            <a:endParaRPr lang="en-US" sz="2400" dirty="0"/>
          </a:p>
        </p:txBody>
      </p:sp>
      <p:sp>
        <p:nvSpPr>
          <p:cNvPr id="4" name="Title 1">
            <a:extLst>
              <a:ext uri="{FF2B5EF4-FFF2-40B4-BE49-F238E27FC236}">
                <a16:creationId xmlns:a16="http://schemas.microsoft.com/office/drawing/2014/main" id="{A6D85E15-11D5-A51D-0403-BE8B7688C56E}"/>
              </a:ext>
            </a:extLst>
          </p:cNvPr>
          <p:cNvSpPr>
            <a:spLocks noGrp="1"/>
          </p:cNvSpPr>
          <p:nvPr>
            <p:ph type="title"/>
          </p:nvPr>
        </p:nvSpPr>
        <p:spPr>
          <a:xfrm>
            <a:off x="838200" y="365126"/>
            <a:ext cx="10515600" cy="1158874"/>
          </a:xfrm>
          <a:solidFill>
            <a:schemeClr val="bg1"/>
          </a:solidFill>
        </p:spPr>
        <p:txBody>
          <a:bodyPr>
            <a:normAutofit/>
          </a:bodyPr>
          <a:lstStyle/>
          <a:p>
            <a:r>
              <a:rPr lang="en-US" dirty="0"/>
              <a:t>ChatGPT vs Gemini: </a:t>
            </a:r>
            <a:r>
              <a:rPr lang="en-US" sz="3600" dirty="0">
                <a:solidFill>
                  <a:schemeClr val="accent5"/>
                </a:solidFill>
              </a:rPr>
              <a:t>Prompt 2 Analysis</a:t>
            </a:r>
          </a:p>
        </p:txBody>
      </p:sp>
    </p:spTree>
    <p:extLst>
      <p:ext uri="{BB962C8B-B14F-4D97-AF65-F5344CB8AC3E}">
        <p14:creationId xmlns:p14="http://schemas.microsoft.com/office/powerpoint/2010/main" val="2627199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AA9B1A-2128-8ED1-1D48-B81B25EBB821}"/>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CF0008FE-CEBA-F554-D97F-1B8CB8F24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E472A4F-2865-0EA3-0CE9-642278830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46" name="Group 45">
            <a:extLst>
              <a:ext uri="{FF2B5EF4-FFF2-40B4-BE49-F238E27FC236}">
                <a16:creationId xmlns:a16="http://schemas.microsoft.com/office/drawing/2014/main" id="{212743E1-ADA0-C01E-F9AF-0237028B09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47" name="Freeform: Shape 46">
              <a:extLst>
                <a:ext uri="{FF2B5EF4-FFF2-40B4-BE49-F238E27FC236}">
                  <a16:creationId xmlns:a16="http://schemas.microsoft.com/office/drawing/2014/main" id="{9D2F42AC-67AD-A652-687F-AC5E101EC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715DC0E7-042C-3721-ECCB-CC4A5DF95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75AC60AB-92C9-EBE7-1D94-F7A0C31150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5F324887-33B4-E0A7-D135-401B5929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D3F6B8EE-0AFA-2C35-4DE2-7C1D837334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A385746F-3744-6584-ED94-8890160BD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6CDEAB60-DB56-30AF-E4B2-81A94AD25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7AD90FA9-6CBF-874B-8DA8-C7533D9592CA}"/>
              </a:ext>
            </a:extLst>
          </p:cNvPr>
          <p:cNvSpPr>
            <a:spLocks noGrp="1"/>
          </p:cNvSpPr>
          <p:nvPr>
            <p:ph type="title"/>
          </p:nvPr>
        </p:nvSpPr>
        <p:spPr>
          <a:xfrm>
            <a:off x="3043250" y="564628"/>
            <a:ext cx="6105194" cy="1082309"/>
          </a:xfrm>
        </p:spPr>
        <p:txBody>
          <a:bodyPr vert="horz" lIns="91440" tIns="45720" rIns="91440" bIns="45720" rtlCol="0" anchor="t">
            <a:noAutofit/>
          </a:bodyPr>
          <a:lstStyle/>
          <a:p>
            <a:pPr algn="ctr"/>
            <a:r>
              <a:rPr lang="en-US" sz="4900" kern="1200" dirty="0">
                <a:latin typeface="+mj-lt"/>
                <a:ea typeface="+mj-ea"/>
                <a:cs typeface="+mj-cs"/>
              </a:rPr>
              <a:t>AI Literacy</a:t>
            </a:r>
            <a:br>
              <a:rPr lang="en-US" sz="4900" kern="1200" dirty="0">
                <a:latin typeface="+mj-lt"/>
                <a:ea typeface="+mj-ea"/>
                <a:cs typeface="+mj-cs"/>
              </a:rPr>
            </a:br>
            <a:r>
              <a:rPr lang="en-US" sz="4900" kern="1200" dirty="0">
                <a:latin typeface="+mj-lt"/>
                <a:ea typeface="+mj-ea"/>
                <a:cs typeface="+mj-cs"/>
              </a:rPr>
              <a:t>Reflection</a:t>
            </a:r>
          </a:p>
        </p:txBody>
      </p:sp>
      <p:pic>
        <p:nvPicPr>
          <p:cNvPr id="9" name="Graphic 8" descr="Share outline">
            <a:extLst>
              <a:ext uri="{FF2B5EF4-FFF2-40B4-BE49-F238E27FC236}">
                <a16:creationId xmlns:a16="http://schemas.microsoft.com/office/drawing/2014/main" id="{E4C6DB0D-A8B0-2A65-044A-258294C54B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46347" y="5710789"/>
            <a:ext cx="1082309" cy="1082309"/>
          </a:xfrm>
          <a:prstGeom prst="rect">
            <a:avLst/>
          </a:prstGeom>
        </p:spPr>
      </p:pic>
      <p:pic>
        <p:nvPicPr>
          <p:cNvPr id="14" name="Graphic 13" descr="Cloud with solid fill">
            <a:extLst>
              <a:ext uri="{FF2B5EF4-FFF2-40B4-BE49-F238E27FC236}">
                <a16:creationId xmlns:a16="http://schemas.microsoft.com/office/drawing/2014/main" id="{78EB5D59-F775-72D0-DEED-85C1307566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66614" y="324884"/>
            <a:ext cx="2021984" cy="2240516"/>
          </a:xfrm>
          <a:prstGeom prst="rect">
            <a:avLst/>
          </a:prstGeom>
        </p:spPr>
      </p:pic>
      <p:pic>
        <p:nvPicPr>
          <p:cNvPr id="4" name="Graphic 3" descr="Robot Hand with solid fill">
            <a:extLst>
              <a:ext uri="{FF2B5EF4-FFF2-40B4-BE49-F238E27FC236}">
                <a16:creationId xmlns:a16="http://schemas.microsoft.com/office/drawing/2014/main" id="{692F8CE8-EA88-5B8D-095D-E1E12D66DA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8877869" y="453743"/>
            <a:ext cx="1830633" cy="1830633"/>
          </a:xfrm>
          <a:prstGeom prst="rect">
            <a:avLst/>
          </a:prstGeom>
        </p:spPr>
      </p:pic>
      <p:graphicFrame>
        <p:nvGraphicFramePr>
          <p:cNvPr id="17" name="Diagram 16">
            <a:extLst>
              <a:ext uri="{FF2B5EF4-FFF2-40B4-BE49-F238E27FC236}">
                <a16:creationId xmlns:a16="http://schemas.microsoft.com/office/drawing/2014/main" id="{E89AE1FC-1721-5A33-A769-B850EAFC24D8}"/>
              </a:ext>
            </a:extLst>
          </p:cNvPr>
          <p:cNvGraphicFramePr/>
          <p:nvPr>
            <p:extLst>
              <p:ext uri="{D42A27DB-BD31-4B8C-83A1-F6EECF244321}">
                <p14:modId xmlns:p14="http://schemas.microsoft.com/office/powerpoint/2010/main" val="3021247270"/>
              </p:ext>
            </p:extLst>
          </p:nvPr>
        </p:nvGraphicFramePr>
        <p:xfrm>
          <a:off x="1763344" y="1194682"/>
          <a:ext cx="9649008" cy="625447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5" name="Oval 14">
            <a:extLst>
              <a:ext uri="{FF2B5EF4-FFF2-40B4-BE49-F238E27FC236}">
                <a16:creationId xmlns:a16="http://schemas.microsoft.com/office/drawing/2014/main" id="{24A687E6-DEB1-1405-8328-28522688445D}"/>
              </a:ext>
            </a:extLst>
          </p:cNvPr>
          <p:cNvSpPr/>
          <p:nvPr/>
        </p:nvSpPr>
        <p:spPr>
          <a:xfrm rot="15195978">
            <a:off x="3872184" y="5784551"/>
            <a:ext cx="1256807" cy="104568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Artificial Intelligence outline">
            <a:extLst>
              <a:ext uri="{FF2B5EF4-FFF2-40B4-BE49-F238E27FC236}">
                <a16:creationId xmlns:a16="http://schemas.microsoft.com/office/drawing/2014/main" id="{A6F0513A-2BCE-455E-1CD7-209AB8F70F6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21153385">
            <a:off x="3829535" y="5622318"/>
            <a:ext cx="1342105" cy="1342105"/>
          </a:xfrm>
          <a:prstGeom prst="rect">
            <a:avLst/>
          </a:prstGeom>
        </p:spPr>
      </p:pic>
    </p:spTree>
    <p:extLst>
      <p:ext uri="{BB962C8B-B14F-4D97-AF65-F5344CB8AC3E}">
        <p14:creationId xmlns:p14="http://schemas.microsoft.com/office/powerpoint/2010/main" val="2347195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40CAFC-7950-6368-ED19-47BB230651A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Oval 5">
            <a:extLst>
              <a:ext uri="{FF2B5EF4-FFF2-40B4-BE49-F238E27FC236}">
                <a16:creationId xmlns:a16="http://schemas.microsoft.com/office/drawing/2014/main" id="{CDD3352F-E674-9265-5185-0F6AD748E286}"/>
              </a:ext>
            </a:extLst>
          </p:cNvPr>
          <p:cNvSpPr/>
          <p:nvPr/>
        </p:nvSpPr>
        <p:spPr>
          <a:xfrm>
            <a:off x="1278076" y="776178"/>
            <a:ext cx="9303561" cy="6442367"/>
          </a:xfrm>
          <a:prstGeom prst="ellipse">
            <a:avLst/>
          </a:prstGeom>
          <a:solidFill>
            <a:srgbClr val="FFFFFF">
              <a:alpha val="45098"/>
            </a:srgbClr>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D8DA4D7C-300B-C0FF-CD05-CC0B44C7244A}"/>
              </a:ext>
            </a:extLst>
          </p:cNvPr>
          <p:cNvSpPr>
            <a:spLocks noGrp="1"/>
          </p:cNvSpPr>
          <p:nvPr>
            <p:ph type="title"/>
          </p:nvPr>
        </p:nvSpPr>
        <p:spPr>
          <a:xfrm>
            <a:off x="3102552" y="612705"/>
            <a:ext cx="6105194" cy="1180214"/>
          </a:xfrm>
        </p:spPr>
        <p:txBody>
          <a:bodyPr vert="horz" lIns="91440" tIns="45720" rIns="91440" bIns="45720" rtlCol="0" anchor="t">
            <a:normAutofit fontScale="90000"/>
          </a:bodyPr>
          <a:lstStyle/>
          <a:p>
            <a:pPr algn="ctr"/>
            <a:r>
              <a:rPr lang="en-US" sz="5200" kern="1200" dirty="0">
                <a:latin typeface="+mj-lt"/>
                <a:ea typeface="+mj-ea"/>
                <a:cs typeface="+mj-cs"/>
              </a:rPr>
              <a:t>Cybersecurity</a:t>
            </a:r>
            <a:br>
              <a:rPr lang="en-US" sz="5200" kern="1200" dirty="0">
                <a:latin typeface="+mj-lt"/>
                <a:ea typeface="+mj-ea"/>
                <a:cs typeface="+mj-cs"/>
              </a:rPr>
            </a:br>
            <a:r>
              <a:rPr lang="en-US" sz="5200" kern="1200" dirty="0">
                <a:latin typeface="+mj-lt"/>
                <a:ea typeface="+mj-ea"/>
                <a:cs typeface="+mj-cs"/>
              </a:rPr>
              <a:t>Literacy</a:t>
            </a:r>
          </a:p>
        </p:txBody>
      </p:sp>
      <p:sp>
        <p:nvSpPr>
          <p:cNvPr id="9" name="Text Placeholder 2">
            <a:extLst>
              <a:ext uri="{FF2B5EF4-FFF2-40B4-BE49-F238E27FC236}">
                <a16:creationId xmlns:a16="http://schemas.microsoft.com/office/drawing/2014/main" id="{46DEE707-57E1-457B-DD1D-AD08C6000EC9}"/>
              </a:ext>
            </a:extLst>
          </p:cNvPr>
          <p:cNvSpPr>
            <a:spLocks noGrp="1"/>
          </p:cNvSpPr>
          <p:nvPr>
            <p:ph type="body" idx="1"/>
          </p:nvPr>
        </p:nvSpPr>
        <p:spPr>
          <a:xfrm>
            <a:off x="3350954" y="2052083"/>
            <a:ext cx="5600318" cy="4189228"/>
          </a:xfrm>
        </p:spPr>
        <p:txBody>
          <a:bodyPr vert="horz" lIns="91440" tIns="45720" rIns="91440" bIns="45720" rtlCol="0">
            <a:normAutofit fontScale="92500"/>
          </a:bodyPr>
          <a:lstStyle/>
          <a:p>
            <a:pPr algn="ctr"/>
            <a:r>
              <a:rPr lang="en-US" b="1" dirty="0">
                <a:solidFill>
                  <a:schemeClr val="tx2"/>
                </a:solidFill>
              </a:rPr>
              <a:t>Cybersecurity literacy </a:t>
            </a:r>
            <a:r>
              <a:rPr lang="en-US" dirty="0">
                <a:solidFill>
                  <a:schemeClr val="tx2">
                    <a:lumMod val="50000"/>
                  </a:schemeClr>
                </a:solidFill>
              </a:rPr>
              <a:t>encompasses the knowledge and practices required to </a:t>
            </a:r>
            <a:r>
              <a:rPr lang="en-US" dirty="0">
                <a:solidFill>
                  <a:schemeClr val="tx2"/>
                </a:solidFill>
              </a:rPr>
              <a:t>protect</a:t>
            </a:r>
            <a:r>
              <a:rPr lang="en-US" dirty="0">
                <a:solidFill>
                  <a:schemeClr val="tx2">
                    <a:lumMod val="50000"/>
                  </a:schemeClr>
                </a:solidFill>
              </a:rPr>
              <a:t> </a:t>
            </a:r>
            <a:r>
              <a:rPr lang="en-US" dirty="0">
                <a:solidFill>
                  <a:schemeClr val="tx2"/>
                </a:solidFill>
              </a:rPr>
              <a:t>devices</a:t>
            </a:r>
            <a:r>
              <a:rPr lang="en-US" dirty="0">
                <a:solidFill>
                  <a:schemeClr val="tx2">
                    <a:lumMod val="50000"/>
                  </a:schemeClr>
                </a:solidFill>
              </a:rPr>
              <a:t>, </a:t>
            </a:r>
            <a:r>
              <a:rPr lang="en-US" dirty="0">
                <a:solidFill>
                  <a:schemeClr val="tx2"/>
                </a:solidFill>
              </a:rPr>
              <a:t>data</a:t>
            </a:r>
            <a:r>
              <a:rPr lang="en-US" dirty="0">
                <a:solidFill>
                  <a:schemeClr val="tx2">
                    <a:lumMod val="50000"/>
                  </a:schemeClr>
                </a:solidFill>
              </a:rPr>
              <a:t>, and online </a:t>
            </a:r>
            <a:r>
              <a:rPr lang="en-US" dirty="0">
                <a:solidFill>
                  <a:schemeClr val="tx2"/>
                </a:solidFill>
              </a:rPr>
              <a:t>identities</a:t>
            </a:r>
            <a:r>
              <a:rPr lang="en-US" dirty="0">
                <a:solidFill>
                  <a:schemeClr val="tx2">
                    <a:lumMod val="50000"/>
                  </a:schemeClr>
                </a:solidFill>
              </a:rPr>
              <a:t> from digital threats. This includes understanding key principles like strong passwords, data encryption, phishing awareness, and safe browsing habits to promote </a:t>
            </a:r>
            <a:r>
              <a:rPr lang="en-US" dirty="0">
                <a:solidFill>
                  <a:schemeClr val="tx2"/>
                </a:solidFill>
              </a:rPr>
              <a:t>responsible</a:t>
            </a:r>
            <a:r>
              <a:rPr lang="en-US" dirty="0">
                <a:solidFill>
                  <a:schemeClr val="tx2">
                    <a:lumMod val="50000"/>
                  </a:schemeClr>
                </a:solidFill>
              </a:rPr>
              <a:t> and </a:t>
            </a:r>
            <a:r>
              <a:rPr lang="en-US" dirty="0">
                <a:solidFill>
                  <a:schemeClr val="tx2"/>
                </a:solidFill>
              </a:rPr>
              <a:t>secure</a:t>
            </a:r>
            <a:r>
              <a:rPr lang="en-US" dirty="0">
                <a:solidFill>
                  <a:schemeClr val="tx2">
                    <a:lumMod val="50000"/>
                  </a:schemeClr>
                </a:solidFill>
              </a:rPr>
              <a:t> online behavior.</a:t>
            </a:r>
          </a:p>
          <a:p>
            <a:pPr algn="ctr"/>
            <a:r>
              <a:rPr lang="en-US" dirty="0">
                <a:solidFill>
                  <a:schemeClr val="tx2">
                    <a:lumMod val="50000"/>
                  </a:schemeClr>
                </a:solidFill>
              </a:rPr>
              <a:t>To demonstrate my competence in cybersecurity literacy, I will identify </a:t>
            </a:r>
            <a:r>
              <a:rPr lang="en-US" dirty="0">
                <a:solidFill>
                  <a:schemeClr val="tx2"/>
                </a:solidFill>
              </a:rPr>
              <a:t>three</a:t>
            </a:r>
            <a:r>
              <a:rPr lang="en-US" dirty="0">
                <a:solidFill>
                  <a:schemeClr val="tx2">
                    <a:lumMod val="50000"/>
                  </a:schemeClr>
                </a:solidFill>
              </a:rPr>
              <a:t> </a:t>
            </a:r>
            <a:r>
              <a:rPr lang="en-US" dirty="0">
                <a:solidFill>
                  <a:schemeClr val="tx2"/>
                </a:solidFill>
              </a:rPr>
              <a:t>practices</a:t>
            </a:r>
            <a:r>
              <a:rPr lang="en-US" dirty="0">
                <a:solidFill>
                  <a:schemeClr val="tx2">
                    <a:lumMod val="50000"/>
                  </a:schemeClr>
                </a:solidFill>
              </a:rPr>
              <a:t> or </a:t>
            </a:r>
            <a:r>
              <a:rPr lang="en-US" dirty="0">
                <a:solidFill>
                  <a:schemeClr val="tx2"/>
                </a:solidFill>
              </a:rPr>
              <a:t>tools</a:t>
            </a:r>
            <a:r>
              <a:rPr lang="en-US" dirty="0">
                <a:solidFill>
                  <a:schemeClr val="tx2">
                    <a:lumMod val="50000"/>
                  </a:schemeClr>
                </a:solidFill>
              </a:rPr>
              <a:t> that I can use to improve my personal cybersecurity across three vectors: </a:t>
            </a:r>
            <a:r>
              <a:rPr lang="en-US" dirty="0">
                <a:solidFill>
                  <a:schemeClr val="tx2"/>
                </a:solidFill>
              </a:rPr>
              <a:t>Accounts</a:t>
            </a:r>
            <a:r>
              <a:rPr lang="en-US" dirty="0">
                <a:solidFill>
                  <a:schemeClr val="tx2">
                    <a:lumMod val="50000"/>
                  </a:schemeClr>
                </a:solidFill>
              </a:rPr>
              <a:t>, </a:t>
            </a:r>
            <a:r>
              <a:rPr lang="en-US" dirty="0">
                <a:solidFill>
                  <a:schemeClr val="tx2"/>
                </a:solidFill>
              </a:rPr>
              <a:t>Devices</a:t>
            </a:r>
            <a:r>
              <a:rPr lang="en-US" dirty="0">
                <a:solidFill>
                  <a:schemeClr val="tx2">
                    <a:lumMod val="50000"/>
                  </a:schemeClr>
                </a:solidFill>
              </a:rPr>
              <a:t>, and </a:t>
            </a:r>
            <a:r>
              <a:rPr lang="en-US" dirty="0">
                <a:solidFill>
                  <a:schemeClr val="tx2"/>
                </a:solidFill>
              </a:rPr>
              <a:t>Identity</a:t>
            </a:r>
            <a:r>
              <a:rPr lang="en-US" dirty="0">
                <a:solidFill>
                  <a:schemeClr val="tx2">
                    <a:lumMod val="50000"/>
                  </a:schemeClr>
                </a:solidFill>
              </a:rPr>
              <a:t>.</a:t>
            </a:r>
          </a:p>
        </p:txBody>
      </p:sp>
      <p:pic>
        <p:nvPicPr>
          <p:cNvPr id="13" name="Graphic 12" descr="Eye Scan with solid fill">
            <a:extLst>
              <a:ext uri="{FF2B5EF4-FFF2-40B4-BE49-F238E27FC236}">
                <a16:creationId xmlns:a16="http://schemas.microsoft.com/office/drawing/2014/main" id="{CD596F66-AB76-C0E3-20C5-B74B7DB94D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58839" y="3386836"/>
            <a:ext cx="1474125" cy="1474125"/>
          </a:xfrm>
          <a:prstGeom prst="rect">
            <a:avLst/>
          </a:prstGeom>
        </p:spPr>
      </p:pic>
      <p:pic>
        <p:nvPicPr>
          <p:cNvPr id="28" name="Graphic 27" descr="Security camera outline">
            <a:extLst>
              <a:ext uri="{FF2B5EF4-FFF2-40B4-BE49-F238E27FC236}">
                <a16:creationId xmlns:a16="http://schemas.microsoft.com/office/drawing/2014/main" id="{3AE7A631-F4E6-3B6E-3317-BBF47E1C2C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765" y="-116761"/>
            <a:ext cx="1363872" cy="1363872"/>
          </a:xfrm>
          <a:prstGeom prst="rect">
            <a:avLst/>
          </a:prstGeom>
        </p:spPr>
      </p:pic>
      <p:pic>
        <p:nvPicPr>
          <p:cNvPr id="35" name="Graphic 34" descr="Unlock outline">
            <a:extLst>
              <a:ext uri="{FF2B5EF4-FFF2-40B4-BE49-F238E27FC236}">
                <a16:creationId xmlns:a16="http://schemas.microsoft.com/office/drawing/2014/main" id="{03E429FC-6337-B146-5AE1-FFB0764C26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764249">
            <a:off x="9164684" y="1960079"/>
            <a:ext cx="1582081" cy="1582081"/>
          </a:xfrm>
          <a:prstGeom prst="rect">
            <a:avLst/>
          </a:prstGeom>
        </p:spPr>
      </p:pic>
      <p:pic>
        <p:nvPicPr>
          <p:cNvPr id="37" name="Graphic 36" descr="Security camera with solid fill">
            <a:extLst>
              <a:ext uri="{FF2B5EF4-FFF2-40B4-BE49-F238E27FC236}">
                <a16:creationId xmlns:a16="http://schemas.microsoft.com/office/drawing/2014/main" id="{EFF799F6-73B0-E75B-2359-F3608E26D8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71" y="-156397"/>
            <a:ext cx="1428900" cy="1428900"/>
          </a:xfrm>
          <a:prstGeom prst="rect">
            <a:avLst/>
          </a:prstGeom>
        </p:spPr>
      </p:pic>
      <p:pic>
        <p:nvPicPr>
          <p:cNvPr id="41" name="Graphic 40" descr="Security camera outline">
            <a:extLst>
              <a:ext uri="{FF2B5EF4-FFF2-40B4-BE49-F238E27FC236}">
                <a16:creationId xmlns:a16="http://schemas.microsoft.com/office/drawing/2014/main" id="{892979E1-A5ED-594E-B5AF-68A2DF61A7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flipV="1">
            <a:off x="11052066" y="5768755"/>
            <a:ext cx="1249447" cy="1249447"/>
          </a:xfrm>
          <a:prstGeom prst="rect">
            <a:avLst/>
          </a:prstGeom>
        </p:spPr>
      </p:pic>
    </p:spTree>
    <p:extLst>
      <p:ext uri="{BB962C8B-B14F-4D97-AF65-F5344CB8AC3E}">
        <p14:creationId xmlns:p14="http://schemas.microsoft.com/office/powerpoint/2010/main" val="2224345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1">
            <a:extLst>
              <a:ext uri="{FF2B5EF4-FFF2-40B4-BE49-F238E27FC236}">
                <a16:creationId xmlns:a16="http://schemas.microsoft.com/office/drawing/2014/main" id="{49A088FC-33A5-5FCB-246A-38483212C98A}"/>
              </a:ext>
            </a:extLst>
          </p:cNvPr>
          <p:cNvGraphicFramePr>
            <a:graphicFrameLocks noGrp="1"/>
          </p:cNvGraphicFramePr>
          <p:nvPr>
            <p:ph idx="1"/>
            <p:extLst>
              <p:ext uri="{D42A27DB-BD31-4B8C-83A1-F6EECF244321}">
                <p14:modId xmlns:p14="http://schemas.microsoft.com/office/powerpoint/2010/main" val="1994493058"/>
              </p:ext>
            </p:extLst>
          </p:nvPr>
        </p:nvGraphicFramePr>
        <p:xfrm>
          <a:off x="1397000" y="1803400"/>
          <a:ext cx="9956800" cy="4373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600BDDCC-1B9B-EBDC-72F2-EF97424A11CF}"/>
              </a:ext>
            </a:extLst>
          </p:cNvPr>
          <p:cNvSpPr>
            <a:spLocks noGrp="1"/>
          </p:cNvSpPr>
          <p:nvPr>
            <p:ph type="title"/>
          </p:nvPr>
        </p:nvSpPr>
        <p:spPr>
          <a:xfrm>
            <a:off x="1270000" y="365126"/>
            <a:ext cx="10083800" cy="1438274"/>
          </a:xfrm>
        </p:spPr>
        <p:txBody>
          <a:bodyPr>
            <a:normAutofit/>
          </a:bodyPr>
          <a:lstStyle/>
          <a:p>
            <a:r>
              <a:rPr lang="en-US" dirty="0"/>
              <a:t>Cybersecurity Literacy:</a:t>
            </a:r>
            <a:br>
              <a:rPr lang="en-US" dirty="0"/>
            </a:br>
            <a:r>
              <a:rPr lang="en-US" sz="3200" dirty="0">
                <a:solidFill>
                  <a:schemeClr val="accent2"/>
                </a:solidFill>
              </a:rPr>
              <a:t>My plan after auditing my personal cybersecurity</a:t>
            </a:r>
          </a:p>
        </p:txBody>
      </p:sp>
      <p:pic>
        <p:nvPicPr>
          <p:cNvPr id="6" name="Graphic 5" descr="Angry face with solid fill with solid fill">
            <a:extLst>
              <a:ext uri="{FF2B5EF4-FFF2-40B4-BE49-F238E27FC236}">
                <a16:creationId xmlns:a16="http://schemas.microsoft.com/office/drawing/2014/main" id="{E07F00DA-78DB-C474-4296-48B9C65137D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48700" y="2013726"/>
            <a:ext cx="1346200" cy="1346200"/>
          </a:xfrm>
          <a:prstGeom prst="rect">
            <a:avLst/>
          </a:prstGeom>
        </p:spPr>
      </p:pic>
      <p:pic>
        <p:nvPicPr>
          <p:cNvPr id="8" name="Graphic 7" descr="Bank with solid fill">
            <a:extLst>
              <a:ext uri="{FF2B5EF4-FFF2-40B4-BE49-F238E27FC236}">
                <a16:creationId xmlns:a16="http://schemas.microsoft.com/office/drawing/2014/main" id="{70B62B02-56B3-0B3F-4AE3-F238452E32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60973" y="2343926"/>
            <a:ext cx="1346200" cy="1346200"/>
          </a:xfrm>
          <a:prstGeom prst="rect">
            <a:avLst/>
          </a:prstGeom>
        </p:spPr>
      </p:pic>
      <p:pic>
        <p:nvPicPr>
          <p:cNvPr id="10" name="Graphic 9" descr="Laptop with solid fill">
            <a:extLst>
              <a:ext uri="{FF2B5EF4-FFF2-40B4-BE49-F238E27FC236}">
                <a16:creationId xmlns:a16="http://schemas.microsoft.com/office/drawing/2014/main" id="{582CF83B-F592-B62B-19DD-72CA14A844A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09850" y="1921652"/>
            <a:ext cx="1438274" cy="1438274"/>
          </a:xfrm>
          <a:prstGeom prst="rect">
            <a:avLst/>
          </a:prstGeom>
        </p:spPr>
      </p:pic>
    </p:spTree>
    <p:extLst>
      <p:ext uri="{BB962C8B-B14F-4D97-AF65-F5344CB8AC3E}">
        <p14:creationId xmlns:p14="http://schemas.microsoft.com/office/powerpoint/2010/main" val="4218932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78023-562B-1CEC-AEF6-E49927D1ED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6FD2B2-C29E-0DE3-FF8C-AE6045EC6397}"/>
              </a:ext>
            </a:extLst>
          </p:cNvPr>
          <p:cNvSpPr>
            <a:spLocks noGrp="1"/>
          </p:cNvSpPr>
          <p:nvPr>
            <p:ph type="title"/>
          </p:nvPr>
        </p:nvSpPr>
        <p:spPr>
          <a:xfrm>
            <a:off x="257076" y="365126"/>
            <a:ext cx="10083800" cy="917532"/>
          </a:xfrm>
        </p:spPr>
        <p:txBody>
          <a:bodyPr>
            <a:normAutofit/>
          </a:bodyPr>
          <a:lstStyle/>
          <a:p>
            <a:r>
              <a:rPr lang="en-US" dirty="0">
                <a:solidFill>
                  <a:schemeClr val="accent2">
                    <a:lumMod val="75000"/>
                  </a:schemeClr>
                </a:solidFill>
              </a:rPr>
              <a:t>1. Devices: </a:t>
            </a:r>
            <a:r>
              <a:rPr lang="en-US" sz="3200" dirty="0"/>
              <a:t>Using </a:t>
            </a:r>
            <a:r>
              <a:rPr lang="en-US" sz="3200" dirty="0" err="1"/>
              <a:t>Bitlocker</a:t>
            </a:r>
            <a:endParaRPr lang="en-US" sz="3200" dirty="0"/>
          </a:p>
        </p:txBody>
      </p:sp>
      <p:sp>
        <p:nvSpPr>
          <p:cNvPr id="9" name="Content Placeholder 8">
            <a:extLst>
              <a:ext uri="{FF2B5EF4-FFF2-40B4-BE49-F238E27FC236}">
                <a16:creationId xmlns:a16="http://schemas.microsoft.com/office/drawing/2014/main" id="{4B9418F3-8715-91A8-3172-48D18F1AAD2A}"/>
              </a:ext>
            </a:extLst>
          </p:cNvPr>
          <p:cNvSpPr>
            <a:spLocks noGrp="1"/>
          </p:cNvSpPr>
          <p:nvPr>
            <p:ph idx="1"/>
          </p:nvPr>
        </p:nvSpPr>
        <p:spPr>
          <a:xfrm>
            <a:off x="4546600" y="1282658"/>
            <a:ext cx="7274024" cy="5448342"/>
          </a:xfrm>
        </p:spPr>
        <p:txBody>
          <a:bodyPr>
            <a:normAutofit fontScale="85000" lnSpcReduction="20000"/>
          </a:bodyPr>
          <a:lstStyle/>
          <a:p>
            <a:pPr>
              <a:spcAft>
                <a:spcPts val="200"/>
              </a:spcAft>
            </a:pPr>
            <a:r>
              <a:rPr lang="en-US" dirty="0"/>
              <a:t>In the event that my devices fall into the wrong hands, having an encrypted file system could be the difference between someone having access to all the personal files and data on my laptop or not.</a:t>
            </a:r>
          </a:p>
          <a:p>
            <a:pPr>
              <a:spcAft>
                <a:spcPts val="600"/>
              </a:spcAft>
            </a:pPr>
            <a:r>
              <a:rPr lang="en-US" dirty="0"/>
              <a:t>I can follow </a:t>
            </a:r>
            <a:r>
              <a:rPr lang="en-US" u="sng" dirty="0">
                <a:hlinkClick r:id="rId3"/>
              </a:rPr>
              <a:t>these instructions</a:t>
            </a:r>
            <a:r>
              <a:rPr lang="en-US" dirty="0"/>
              <a:t> to set up Windows </a:t>
            </a:r>
            <a:r>
              <a:rPr lang="en-US" b="1" dirty="0">
                <a:solidFill>
                  <a:schemeClr val="accent2">
                    <a:lumMod val="75000"/>
                  </a:schemeClr>
                </a:solidFill>
              </a:rPr>
              <a:t>Filesystem Encryption </a:t>
            </a:r>
            <a:r>
              <a:rPr lang="en-US" dirty="0"/>
              <a:t>(</a:t>
            </a:r>
            <a:r>
              <a:rPr lang="en-US" dirty="0" err="1"/>
              <a:t>Bitlocker</a:t>
            </a:r>
            <a:r>
              <a:rPr lang="en-US" dirty="0"/>
              <a:t>) to encrypt my filesystem:</a:t>
            </a:r>
          </a:p>
          <a:p>
            <a:pPr lvl="1">
              <a:spcAft>
                <a:spcPts val="600"/>
              </a:spcAft>
            </a:pPr>
            <a:r>
              <a:rPr lang="en-US" b="1" dirty="0">
                <a:solidFill>
                  <a:schemeClr val="accent2">
                    <a:lumMod val="75000"/>
                  </a:schemeClr>
                </a:solidFill>
              </a:rPr>
              <a:t>Means that when laptop first powered on, the data on my permanent storage is scrambled and cannot be unscrambled until I provide the master key (the password I set).</a:t>
            </a:r>
          </a:p>
          <a:p>
            <a:pPr>
              <a:spcAft>
                <a:spcPts val="0"/>
              </a:spcAft>
            </a:pPr>
            <a:r>
              <a:rPr lang="en-US" dirty="0"/>
              <a:t>This gives me peace of mind that if I do lose my laptop for good, at least I am confident that someone will not access sensitive or personally identifiable data, like family photos or my downloaded paystubs.</a:t>
            </a:r>
          </a:p>
          <a:p>
            <a:pPr marL="0" indent="0">
              <a:spcAft>
                <a:spcPts val="600"/>
              </a:spcAft>
              <a:buNone/>
            </a:pPr>
            <a:endParaRPr lang="en-US" dirty="0"/>
          </a:p>
        </p:txBody>
      </p:sp>
      <p:pic>
        <p:nvPicPr>
          <p:cNvPr id="12" name="Picture 11">
            <a:extLst>
              <a:ext uri="{FF2B5EF4-FFF2-40B4-BE49-F238E27FC236}">
                <a16:creationId xmlns:a16="http://schemas.microsoft.com/office/drawing/2014/main" id="{911D629A-95A1-E399-C696-23EC79F22A7B}"/>
              </a:ext>
            </a:extLst>
          </p:cNvPr>
          <p:cNvPicPr>
            <a:picLocks noChangeAspect="1"/>
          </p:cNvPicPr>
          <p:nvPr/>
        </p:nvPicPr>
        <p:blipFill>
          <a:blip r:embed="rId4"/>
          <a:srcRect l="36933" t="675"/>
          <a:stretch>
            <a:fillRect/>
          </a:stretch>
        </p:blipFill>
        <p:spPr>
          <a:xfrm>
            <a:off x="199926" y="1625600"/>
            <a:ext cx="4403824" cy="4762458"/>
          </a:xfrm>
          <a:prstGeom prst="rect">
            <a:avLst/>
          </a:prstGeom>
          <a:effectLst>
            <a:softEdge rad="31750"/>
          </a:effectLst>
        </p:spPr>
      </p:pic>
    </p:spTree>
    <p:extLst>
      <p:ext uri="{BB962C8B-B14F-4D97-AF65-F5344CB8AC3E}">
        <p14:creationId xmlns:p14="http://schemas.microsoft.com/office/powerpoint/2010/main" val="4129642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72496-3ED2-CC13-F571-C7CEC700BC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301155-A23F-FD64-D859-D34BDC11DEA4}"/>
              </a:ext>
            </a:extLst>
          </p:cNvPr>
          <p:cNvSpPr>
            <a:spLocks noGrp="1"/>
          </p:cNvSpPr>
          <p:nvPr>
            <p:ph type="title"/>
          </p:nvPr>
        </p:nvSpPr>
        <p:spPr>
          <a:xfrm>
            <a:off x="257076" y="365126"/>
            <a:ext cx="10083800" cy="917532"/>
          </a:xfrm>
        </p:spPr>
        <p:txBody>
          <a:bodyPr>
            <a:normAutofit/>
          </a:bodyPr>
          <a:lstStyle/>
          <a:p>
            <a:r>
              <a:rPr lang="en-US" dirty="0">
                <a:solidFill>
                  <a:schemeClr val="accent3"/>
                </a:solidFill>
              </a:rPr>
              <a:t>2. Accounts: </a:t>
            </a:r>
            <a:r>
              <a:rPr lang="en-US" sz="3200" dirty="0"/>
              <a:t>Using 2FA</a:t>
            </a:r>
          </a:p>
        </p:txBody>
      </p:sp>
      <p:sp>
        <p:nvSpPr>
          <p:cNvPr id="9" name="Content Placeholder 8">
            <a:extLst>
              <a:ext uri="{FF2B5EF4-FFF2-40B4-BE49-F238E27FC236}">
                <a16:creationId xmlns:a16="http://schemas.microsoft.com/office/drawing/2014/main" id="{F5AD4FBC-13C7-0FC9-1838-5665451EEEB2}"/>
              </a:ext>
            </a:extLst>
          </p:cNvPr>
          <p:cNvSpPr>
            <a:spLocks noGrp="1"/>
          </p:cNvSpPr>
          <p:nvPr>
            <p:ph idx="1"/>
          </p:nvPr>
        </p:nvSpPr>
        <p:spPr>
          <a:xfrm>
            <a:off x="393700" y="1282658"/>
            <a:ext cx="7274024" cy="5232400"/>
          </a:xfrm>
        </p:spPr>
        <p:txBody>
          <a:bodyPr>
            <a:normAutofit fontScale="85000" lnSpcReduction="20000"/>
          </a:bodyPr>
          <a:lstStyle/>
          <a:p>
            <a:pPr>
              <a:spcAft>
                <a:spcPts val="600"/>
              </a:spcAft>
            </a:pPr>
            <a:r>
              <a:rPr lang="en-US" dirty="0"/>
              <a:t>I already employ some solid account management practices &amp; tooling: I use a trustworthy password manager to help me centralize my account passwords.</a:t>
            </a:r>
          </a:p>
          <a:p>
            <a:pPr>
              <a:spcAft>
                <a:spcPts val="600"/>
              </a:spcAft>
            </a:pPr>
            <a:r>
              <a:rPr lang="en-US" dirty="0"/>
              <a:t>One practice, however, that I can use to harden my accounts' security is to </a:t>
            </a:r>
            <a:r>
              <a:rPr lang="en-US" dirty="0">
                <a:solidFill>
                  <a:schemeClr val="accent3"/>
                </a:solidFill>
              </a:rPr>
              <a:t>use two-factor or multifactor authentication more widely</a:t>
            </a:r>
            <a:r>
              <a:rPr lang="en-US" dirty="0"/>
              <a:t>.</a:t>
            </a:r>
          </a:p>
          <a:p>
            <a:pPr>
              <a:spcAft>
                <a:spcPts val="600"/>
              </a:spcAft>
            </a:pPr>
            <a:r>
              <a:rPr lang="en-US" dirty="0"/>
              <a:t>I already use 2FA/MFA on many of my most important accounts, such as my ETSU &amp; bank account, but some services I use (e.g., online shopping) do not have 2FA turned on.</a:t>
            </a:r>
          </a:p>
          <a:p>
            <a:pPr>
              <a:spcAft>
                <a:spcPts val="600"/>
              </a:spcAft>
            </a:pPr>
            <a:r>
              <a:rPr lang="en-US" dirty="0"/>
              <a:t>The solution here is pretty simple!: I’ll shore up accounts without 2FA by adding it + set the practice of saving recovery codes, phrases, and answers to a safe place (my password manager).</a:t>
            </a:r>
          </a:p>
        </p:txBody>
      </p:sp>
      <p:pic>
        <p:nvPicPr>
          <p:cNvPr id="4" name="Picture 3">
            <a:extLst>
              <a:ext uri="{FF2B5EF4-FFF2-40B4-BE49-F238E27FC236}">
                <a16:creationId xmlns:a16="http://schemas.microsoft.com/office/drawing/2014/main" id="{AECA6E85-8DF8-C60A-84E2-40C5424A28A6}"/>
              </a:ext>
            </a:extLst>
          </p:cNvPr>
          <p:cNvPicPr>
            <a:picLocks noChangeAspect="1"/>
          </p:cNvPicPr>
          <p:nvPr/>
        </p:nvPicPr>
        <p:blipFill>
          <a:blip r:embed="rId3"/>
          <a:stretch>
            <a:fillRect/>
          </a:stretch>
        </p:blipFill>
        <p:spPr>
          <a:xfrm>
            <a:off x="7667724" y="1604719"/>
            <a:ext cx="4312568" cy="4486678"/>
          </a:xfrm>
          <a:prstGeom prst="rect">
            <a:avLst/>
          </a:prstGeom>
        </p:spPr>
      </p:pic>
    </p:spTree>
    <p:extLst>
      <p:ext uri="{BB962C8B-B14F-4D97-AF65-F5344CB8AC3E}">
        <p14:creationId xmlns:p14="http://schemas.microsoft.com/office/powerpoint/2010/main" val="3260668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75302-9D38-2338-3A2E-371AECF89F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361137-4DD1-9948-4829-1F55D84005F6}"/>
              </a:ext>
            </a:extLst>
          </p:cNvPr>
          <p:cNvSpPr>
            <a:spLocks noGrp="1"/>
          </p:cNvSpPr>
          <p:nvPr>
            <p:ph type="title"/>
          </p:nvPr>
        </p:nvSpPr>
        <p:spPr>
          <a:xfrm>
            <a:off x="257076" y="365126"/>
            <a:ext cx="10083800" cy="917532"/>
          </a:xfrm>
        </p:spPr>
        <p:txBody>
          <a:bodyPr>
            <a:normAutofit/>
          </a:bodyPr>
          <a:lstStyle/>
          <a:p>
            <a:r>
              <a:rPr lang="en-US" dirty="0">
                <a:solidFill>
                  <a:schemeClr val="accent6"/>
                </a:solidFill>
              </a:rPr>
              <a:t>3. Identity: </a:t>
            </a:r>
            <a:r>
              <a:rPr lang="en-US" sz="3200" dirty="0"/>
              <a:t>Reducing my footprint</a:t>
            </a:r>
          </a:p>
        </p:txBody>
      </p:sp>
      <p:sp>
        <p:nvSpPr>
          <p:cNvPr id="9" name="Content Placeholder 8">
            <a:extLst>
              <a:ext uri="{FF2B5EF4-FFF2-40B4-BE49-F238E27FC236}">
                <a16:creationId xmlns:a16="http://schemas.microsoft.com/office/drawing/2014/main" id="{A11BC0EA-60C0-0311-35DF-2D36964DFFF3}"/>
              </a:ext>
            </a:extLst>
          </p:cNvPr>
          <p:cNvSpPr>
            <a:spLocks noGrp="1"/>
          </p:cNvSpPr>
          <p:nvPr>
            <p:ph idx="1"/>
          </p:nvPr>
        </p:nvSpPr>
        <p:spPr>
          <a:xfrm>
            <a:off x="5298976" y="1257216"/>
            <a:ext cx="6588224" cy="5829300"/>
          </a:xfrm>
        </p:spPr>
        <p:txBody>
          <a:bodyPr>
            <a:normAutofit fontScale="85000" lnSpcReduction="20000"/>
          </a:bodyPr>
          <a:lstStyle/>
          <a:p>
            <a:pPr>
              <a:spcAft>
                <a:spcPts val="400"/>
              </a:spcAft>
            </a:pPr>
            <a:r>
              <a:rPr lang="en-US" dirty="0"/>
              <a:t>Reducing my digital footprint can make it more difficult for scammers and hackers to try to put together identifiable breadcrumbs across the Internet that give a bad actor a detailed picture of my personal life.</a:t>
            </a:r>
          </a:p>
          <a:p>
            <a:pPr>
              <a:spcAft>
                <a:spcPts val="400"/>
              </a:spcAft>
            </a:pPr>
            <a:r>
              <a:rPr lang="en-US" dirty="0"/>
              <a:t>While I already subscribe to a service that issues takedown requests to data broker websites and search engines that feature my personal info, I can further reduce my footprint by </a:t>
            </a:r>
            <a:r>
              <a:rPr lang="en-US" dirty="0">
                <a:solidFill>
                  <a:schemeClr val="accent6"/>
                </a:solidFill>
              </a:rPr>
              <a:t>changing the contact phone number on my accounts to a virtual number.</a:t>
            </a:r>
          </a:p>
          <a:p>
            <a:pPr>
              <a:spcAft>
                <a:spcPts val="400"/>
              </a:spcAft>
            </a:pPr>
            <a:r>
              <a:rPr lang="en-US" dirty="0"/>
              <a:t>Phone # less available online </a:t>
            </a:r>
            <a:r>
              <a:rPr lang="en-US" dirty="0">
                <a:sym typeface="Wingdings" panose="05000000000000000000" pitchFamily="2" charset="2"/>
              </a:rPr>
              <a:t> harder to find  less fraudulent calls</a:t>
            </a:r>
          </a:p>
          <a:p>
            <a:pPr>
              <a:spcAft>
                <a:spcPts val="0"/>
              </a:spcAft>
            </a:pPr>
            <a:r>
              <a:rPr lang="en-US" dirty="0"/>
              <a:t>More importantly, phone number reveals carrier and the general geographic area indicated by area code, so making it less available makes my private info less available.</a:t>
            </a:r>
          </a:p>
        </p:txBody>
      </p:sp>
      <p:pic>
        <p:nvPicPr>
          <p:cNvPr id="4" name="Picture 3">
            <a:extLst>
              <a:ext uri="{FF2B5EF4-FFF2-40B4-BE49-F238E27FC236}">
                <a16:creationId xmlns:a16="http://schemas.microsoft.com/office/drawing/2014/main" id="{6CF46E90-9E06-61F0-FC0D-4512F3D3C7C2}"/>
              </a:ext>
            </a:extLst>
          </p:cNvPr>
          <p:cNvPicPr>
            <a:picLocks noChangeAspect="1"/>
          </p:cNvPicPr>
          <p:nvPr/>
        </p:nvPicPr>
        <p:blipFill>
          <a:blip r:embed="rId3"/>
          <a:srcRect t="166" r="8444"/>
          <a:stretch>
            <a:fillRect/>
          </a:stretch>
        </p:blipFill>
        <p:spPr>
          <a:xfrm>
            <a:off x="1" y="1282658"/>
            <a:ext cx="5207000" cy="3832740"/>
          </a:xfrm>
          <a:prstGeom prst="rect">
            <a:avLst/>
          </a:prstGeom>
        </p:spPr>
      </p:pic>
    </p:spTree>
    <p:extLst>
      <p:ext uri="{BB962C8B-B14F-4D97-AF65-F5344CB8AC3E}">
        <p14:creationId xmlns:p14="http://schemas.microsoft.com/office/powerpoint/2010/main" val="693940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32BAD4-5904-707E-C33D-2CC94D1568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0F53FE-9AAB-73B7-C972-923845CE5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E7592F-7CE5-C516-83BB-0D7E80C98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B3647AEE-B79E-2CB6-72A9-34A5724DC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394C4C8A-7361-72E5-EC2F-B9C26A2989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325DE544-C79D-ADE4-7903-16028C727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762AB7F6-DFD7-63D8-8E6C-C48CBF2FE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5F7C93E8-37FA-5917-F423-237E39523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FEDC98A8-93D8-379F-8571-853994EF99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781DBD2-2A3D-4FB5-A968-587E6C810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5D95517C-6864-C393-881A-E4D967198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066C07DD-F372-A9D9-D040-4AB0A3530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grpSp>
        <p:nvGrpSpPr>
          <p:cNvPr id="23" name="Group 22">
            <a:extLst>
              <a:ext uri="{FF2B5EF4-FFF2-40B4-BE49-F238E27FC236}">
                <a16:creationId xmlns:a16="http://schemas.microsoft.com/office/drawing/2014/main" id="{59ABF819-F145-1673-F331-929D86516A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13F176A8-F38E-310A-BB7B-C2734A1FA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B8B46E98-FC35-C4F0-057B-F2A9E8E78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53E30B34-6371-15E8-DE85-28E3A8F9A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E419E8B0-19CA-562B-731B-DBFFD68F3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369616A5-BEFC-55CA-CBC4-BF1D30236E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CA08F613-1CBB-2ABF-A69C-DF87FDC28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E27AAF27-8521-69A5-610C-72C407C55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6CDA4BF-C477-97C5-EDD8-CE869F08D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DB943BE5-957C-C3F6-5578-270A3F70E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Oval 5">
            <a:extLst>
              <a:ext uri="{FF2B5EF4-FFF2-40B4-BE49-F238E27FC236}">
                <a16:creationId xmlns:a16="http://schemas.microsoft.com/office/drawing/2014/main" id="{F4873734-B08E-C7B2-995D-E852F4BAEC4C}"/>
              </a:ext>
            </a:extLst>
          </p:cNvPr>
          <p:cNvSpPr/>
          <p:nvPr/>
        </p:nvSpPr>
        <p:spPr>
          <a:xfrm>
            <a:off x="1278076" y="776178"/>
            <a:ext cx="9303561" cy="6442367"/>
          </a:xfrm>
          <a:prstGeom prst="ellipse">
            <a:avLst/>
          </a:prstGeom>
          <a:solidFill>
            <a:srgbClr val="FFFFFF">
              <a:alpha val="45098"/>
            </a:srgbClr>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descr="Eye Scan with solid fill">
            <a:extLst>
              <a:ext uri="{FF2B5EF4-FFF2-40B4-BE49-F238E27FC236}">
                <a16:creationId xmlns:a16="http://schemas.microsoft.com/office/drawing/2014/main" id="{A72AAA5D-2E8F-CD45-9929-83595DFC6A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58839" y="3386836"/>
            <a:ext cx="1474125" cy="1474125"/>
          </a:xfrm>
          <a:prstGeom prst="rect">
            <a:avLst/>
          </a:prstGeom>
        </p:spPr>
      </p:pic>
      <p:pic>
        <p:nvPicPr>
          <p:cNvPr id="28" name="Graphic 27" descr="Security camera outline">
            <a:extLst>
              <a:ext uri="{FF2B5EF4-FFF2-40B4-BE49-F238E27FC236}">
                <a16:creationId xmlns:a16="http://schemas.microsoft.com/office/drawing/2014/main" id="{CCF15A78-FF9C-EEDD-F8DE-31D80F9BD0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765" y="-116761"/>
            <a:ext cx="1363872" cy="1363872"/>
          </a:xfrm>
          <a:prstGeom prst="rect">
            <a:avLst/>
          </a:prstGeom>
        </p:spPr>
      </p:pic>
      <p:pic>
        <p:nvPicPr>
          <p:cNvPr id="35" name="Graphic 34" descr="Unlock outline">
            <a:extLst>
              <a:ext uri="{FF2B5EF4-FFF2-40B4-BE49-F238E27FC236}">
                <a16:creationId xmlns:a16="http://schemas.microsoft.com/office/drawing/2014/main" id="{8ED3D724-A167-09F0-5A76-7D6F905C22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764249">
            <a:off x="9164684" y="1960079"/>
            <a:ext cx="1582081" cy="1582081"/>
          </a:xfrm>
          <a:prstGeom prst="rect">
            <a:avLst/>
          </a:prstGeom>
        </p:spPr>
      </p:pic>
      <p:pic>
        <p:nvPicPr>
          <p:cNvPr id="37" name="Graphic 36" descr="Security camera with solid fill">
            <a:extLst>
              <a:ext uri="{FF2B5EF4-FFF2-40B4-BE49-F238E27FC236}">
                <a16:creationId xmlns:a16="http://schemas.microsoft.com/office/drawing/2014/main" id="{908F0120-CA5D-052C-70A6-F52C9A808E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71" y="-156397"/>
            <a:ext cx="1428900" cy="1428900"/>
          </a:xfrm>
          <a:prstGeom prst="rect">
            <a:avLst/>
          </a:prstGeom>
        </p:spPr>
      </p:pic>
      <p:pic>
        <p:nvPicPr>
          <p:cNvPr id="41" name="Graphic 40" descr="Security camera outline">
            <a:extLst>
              <a:ext uri="{FF2B5EF4-FFF2-40B4-BE49-F238E27FC236}">
                <a16:creationId xmlns:a16="http://schemas.microsoft.com/office/drawing/2014/main" id="{2DFABE66-DE9A-208C-C0D3-116954234FD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flipV="1">
            <a:off x="11052066" y="5768755"/>
            <a:ext cx="1249447" cy="1249447"/>
          </a:xfrm>
          <a:prstGeom prst="rect">
            <a:avLst/>
          </a:prstGeom>
        </p:spPr>
      </p:pic>
      <p:sp>
        <p:nvSpPr>
          <p:cNvPr id="4" name="Title 1">
            <a:extLst>
              <a:ext uri="{FF2B5EF4-FFF2-40B4-BE49-F238E27FC236}">
                <a16:creationId xmlns:a16="http://schemas.microsoft.com/office/drawing/2014/main" id="{1603047A-DE55-D724-8B16-01BC41E9EE0F}"/>
              </a:ext>
            </a:extLst>
          </p:cNvPr>
          <p:cNvSpPr txBox="1">
            <a:spLocks/>
          </p:cNvSpPr>
          <p:nvPr/>
        </p:nvSpPr>
        <p:spPr>
          <a:xfrm>
            <a:off x="1277771" y="576261"/>
            <a:ext cx="10521298" cy="108230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6000" b="1" kern="1200">
                <a:solidFill>
                  <a:schemeClr val="tx2"/>
                </a:solidFill>
                <a:latin typeface="Text Me One" pitchFamily="2" charset="0"/>
                <a:ea typeface="+mj-ea"/>
                <a:cs typeface="+mj-cs"/>
              </a:defRPr>
            </a:lvl1pPr>
          </a:lstStyle>
          <a:p>
            <a:pPr algn="ctr"/>
            <a:r>
              <a:rPr lang="en-US" sz="4900" dirty="0">
                <a:latin typeface="+mj-lt"/>
              </a:rPr>
              <a:t>Cybersecurity Literacy Reflection</a:t>
            </a:r>
          </a:p>
        </p:txBody>
      </p:sp>
      <p:graphicFrame>
        <p:nvGraphicFramePr>
          <p:cNvPr id="5" name="Diagram 4">
            <a:extLst>
              <a:ext uri="{FF2B5EF4-FFF2-40B4-BE49-F238E27FC236}">
                <a16:creationId xmlns:a16="http://schemas.microsoft.com/office/drawing/2014/main" id="{53A744F2-B02D-A13C-7CF8-99E7550E5848}"/>
              </a:ext>
            </a:extLst>
          </p:cNvPr>
          <p:cNvGraphicFramePr/>
          <p:nvPr>
            <p:extLst>
              <p:ext uri="{D42A27DB-BD31-4B8C-83A1-F6EECF244321}">
                <p14:modId xmlns:p14="http://schemas.microsoft.com/office/powerpoint/2010/main" val="123245030"/>
              </p:ext>
            </p:extLst>
          </p:nvPr>
        </p:nvGraphicFramePr>
        <p:xfrm>
          <a:off x="1766962" y="1409310"/>
          <a:ext cx="9065550" cy="521801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2085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0630F9-2451-3340-2926-33B072F60F47}"/>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CEB41838-A6BF-2DC5-7D7E-9545882FD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755FB38-50F0-E837-2AA6-E10F3B17E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46" name="Group 45">
            <a:extLst>
              <a:ext uri="{FF2B5EF4-FFF2-40B4-BE49-F238E27FC236}">
                <a16:creationId xmlns:a16="http://schemas.microsoft.com/office/drawing/2014/main" id="{EB1312BA-3138-D841-7458-979F4BB5CB4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47" name="Freeform: Shape 46">
              <a:extLst>
                <a:ext uri="{FF2B5EF4-FFF2-40B4-BE49-F238E27FC236}">
                  <a16:creationId xmlns:a16="http://schemas.microsoft.com/office/drawing/2014/main" id="{7FF4A1CD-48F9-3DC9-404C-904C94158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5908A2E8-9F58-9FA6-F2FD-1D99E39C5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14C46652-817E-5F78-6BBF-36585D2B97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EA464508-E2C3-725D-1CAC-32FF8D6F0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A97AB424-F538-D15D-42B9-2992DC13D2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6E2CD167-6E7A-0DFE-419E-4BA7F3B08A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C1C4B70E-F1B0-E58E-B2DA-7EC5AA2B0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4684A556-BD3B-0E46-13C0-1057B21D06F3}"/>
              </a:ext>
            </a:extLst>
          </p:cNvPr>
          <p:cNvSpPr>
            <a:spLocks noGrp="1"/>
          </p:cNvSpPr>
          <p:nvPr>
            <p:ph type="title"/>
          </p:nvPr>
        </p:nvSpPr>
        <p:spPr>
          <a:xfrm>
            <a:off x="3043250" y="564628"/>
            <a:ext cx="6105194" cy="1082309"/>
          </a:xfrm>
        </p:spPr>
        <p:txBody>
          <a:bodyPr vert="horz" lIns="91440" tIns="45720" rIns="91440" bIns="45720" rtlCol="0" anchor="t">
            <a:noAutofit/>
          </a:bodyPr>
          <a:lstStyle/>
          <a:p>
            <a:pPr algn="ctr"/>
            <a:r>
              <a:rPr lang="en-US" sz="4900" kern="1200" dirty="0">
                <a:latin typeface="+mj-lt"/>
                <a:ea typeface="+mj-ea"/>
                <a:cs typeface="+mj-cs"/>
              </a:rPr>
              <a:t>Microsoft</a:t>
            </a:r>
            <a:br>
              <a:rPr lang="en-US" sz="4900" kern="1200" dirty="0">
                <a:latin typeface="+mj-lt"/>
                <a:ea typeface="+mj-ea"/>
                <a:cs typeface="+mj-cs"/>
              </a:rPr>
            </a:br>
            <a:r>
              <a:rPr lang="en-US" sz="4900" kern="1200" dirty="0">
                <a:latin typeface="+mj-lt"/>
                <a:ea typeface="+mj-ea"/>
                <a:cs typeface="+mj-cs"/>
              </a:rPr>
              <a:t>Office Skills</a:t>
            </a:r>
          </a:p>
        </p:txBody>
      </p:sp>
      <p:sp>
        <p:nvSpPr>
          <p:cNvPr id="3" name="Text Placeholder 2">
            <a:extLst>
              <a:ext uri="{FF2B5EF4-FFF2-40B4-BE49-F238E27FC236}">
                <a16:creationId xmlns:a16="http://schemas.microsoft.com/office/drawing/2014/main" id="{78F88E6A-2A6C-B069-07A3-3DBF24D312B7}"/>
              </a:ext>
            </a:extLst>
          </p:cNvPr>
          <p:cNvSpPr>
            <a:spLocks noGrp="1"/>
          </p:cNvSpPr>
          <p:nvPr>
            <p:ph type="body" idx="1"/>
          </p:nvPr>
        </p:nvSpPr>
        <p:spPr>
          <a:xfrm>
            <a:off x="3295688" y="2062716"/>
            <a:ext cx="5600318" cy="4189228"/>
          </a:xfrm>
        </p:spPr>
        <p:txBody>
          <a:bodyPr vert="horz" lIns="91440" tIns="45720" rIns="91440" bIns="45720" rtlCol="0">
            <a:normAutofit fontScale="92500" lnSpcReduction="20000"/>
          </a:bodyPr>
          <a:lstStyle/>
          <a:p>
            <a:pPr algn="ctr"/>
            <a:r>
              <a:rPr lang="en-US" sz="2400" kern="1200" dirty="0">
                <a:solidFill>
                  <a:schemeClr val="tx2">
                    <a:lumMod val="50000"/>
                  </a:schemeClr>
                </a:solidFill>
                <a:latin typeface="+mn-lt"/>
                <a:ea typeface="+mn-ea"/>
                <a:cs typeface="+mn-cs"/>
              </a:rPr>
              <a:t>Proficiency in Microsoft Office tools, such as </a:t>
            </a:r>
            <a:r>
              <a:rPr lang="en-US" sz="2400" kern="1200" dirty="0">
                <a:solidFill>
                  <a:schemeClr val="tx2"/>
                </a:solidFill>
                <a:latin typeface="+mn-lt"/>
                <a:ea typeface="+mn-ea"/>
                <a:cs typeface="+mn-cs"/>
              </a:rPr>
              <a:t>Word</a:t>
            </a:r>
            <a:r>
              <a:rPr lang="en-US" sz="2400" kern="1200" dirty="0">
                <a:solidFill>
                  <a:schemeClr val="tx2">
                    <a:lumMod val="50000"/>
                  </a:schemeClr>
                </a:solidFill>
                <a:latin typeface="+mn-lt"/>
                <a:ea typeface="+mn-ea"/>
                <a:cs typeface="+mn-cs"/>
              </a:rPr>
              <a:t>, </a:t>
            </a:r>
            <a:r>
              <a:rPr lang="en-US" sz="2400" kern="1200" dirty="0">
                <a:solidFill>
                  <a:schemeClr val="tx2"/>
                </a:solidFill>
                <a:latin typeface="+mn-lt"/>
                <a:ea typeface="+mn-ea"/>
                <a:cs typeface="+mn-cs"/>
              </a:rPr>
              <a:t>Excel</a:t>
            </a:r>
            <a:r>
              <a:rPr lang="en-US" sz="2400" kern="1200" dirty="0">
                <a:solidFill>
                  <a:schemeClr val="tx2">
                    <a:lumMod val="50000"/>
                  </a:schemeClr>
                </a:solidFill>
                <a:latin typeface="+mn-lt"/>
                <a:ea typeface="+mn-ea"/>
                <a:cs typeface="+mn-cs"/>
              </a:rPr>
              <a:t>, and </a:t>
            </a:r>
            <a:r>
              <a:rPr lang="en-US" sz="2400" kern="1200" dirty="0">
                <a:solidFill>
                  <a:schemeClr val="tx2"/>
                </a:solidFill>
                <a:latin typeface="+mn-lt"/>
                <a:ea typeface="+mn-ea"/>
                <a:cs typeface="+mn-cs"/>
              </a:rPr>
              <a:t>PowerPoint</a:t>
            </a:r>
            <a:r>
              <a:rPr lang="en-US" sz="2400" kern="1200" dirty="0">
                <a:solidFill>
                  <a:schemeClr val="tx2">
                    <a:lumMod val="50000"/>
                  </a:schemeClr>
                </a:solidFill>
                <a:latin typeface="+mn-lt"/>
                <a:ea typeface="+mn-ea"/>
                <a:cs typeface="+mn-cs"/>
              </a:rPr>
              <a:t>, is essential for creating, analyzing, and presenting information in both academic and professional settings. These tools provide useful functionalities for drafting detailed </a:t>
            </a:r>
            <a:r>
              <a:rPr lang="en-US" sz="2400" kern="1200" dirty="0">
                <a:solidFill>
                  <a:schemeClr val="tx2"/>
                </a:solidFill>
                <a:latin typeface="+mn-lt"/>
                <a:ea typeface="+mn-ea"/>
                <a:cs typeface="+mn-cs"/>
              </a:rPr>
              <a:t>documents</a:t>
            </a:r>
            <a:r>
              <a:rPr lang="en-US" sz="2400" kern="1200" dirty="0">
                <a:solidFill>
                  <a:schemeClr val="tx2">
                    <a:lumMod val="50000"/>
                  </a:schemeClr>
                </a:solidFill>
                <a:latin typeface="+mn-lt"/>
                <a:ea typeface="+mn-ea"/>
                <a:cs typeface="+mn-cs"/>
              </a:rPr>
              <a:t>, managing and analyzing </a:t>
            </a:r>
            <a:r>
              <a:rPr lang="en-US" sz="2400" kern="1200" dirty="0">
                <a:solidFill>
                  <a:schemeClr val="tx2"/>
                </a:solidFill>
                <a:latin typeface="+mn-lt"/>
                <a:ea typeface="+mn-ea"/>
                <a:cs typeface="+mn-cs"/>
              </a:rPr>
              <a:t>data</a:t>
            </a:r>
            <a:r>
              <a:rPr lang="en-US" sz="2400" kern="1200" dirty="0">
                <a:solidFill>
                  <a:schemeClr val="tx2">
                    <a:lumMod val="50000"/>
                  </a:schemeClr>
                </a:solidFill>
                <a:latin typeface="+mn-lt"/>
                <a:ea typeface="+mn-ea"/>
                <a:cs typeface="+mn-cs"/>
              </a:rPr>
              <a:t>, and delivering impactful </a:t>
            </a:r>
            <a:r>
              <a:rPr lang="en-US" sz="2400" kern="1200" dirty="0">
                <a:solidFill>
                  <a:schemeClr val="tx2"/>
                </a:solidFill>
                <a:latin typeface="+mn-lt"/>
                <a:ea typeface="+mn-ea"/>
                <a:cs typeface="+mn-cs"/>
              </a:rPr>
              <a:t>presentations</a:t>
            </a:r>
            <a:r>
              <a:rPr lang="en-US" sz="2400" kern="1200" dirty="0">
                <a:solidFill>
                  <a:schemeClr val="tx2">
                    <a:lumMod val="50000"/>
                  </a:schemeClr>
                </a:solidFill>
                <a:latin typeface="+mn-lt"/>
                <a:ea typeface="+mn-ea"/>
                <a:cs typeface="+mn-cs"/>
              </a:rPr>
              <a:t>.</a:t>
            </a:r>
          </a:p>
          <a:p>
            <a:pPr algn="ctr"/>
            <a:r>
              <a:rPr lang="en-US" sz="2400" kern="1200" dirty="0">
                <a:solidFill>
                  <a:schemeClr val="tx2">
                    <a:lumMod val="50000"/>
                  </a:schemeClr>
                </a:solidFill>
                <a:latin typeface="+mn-lt"/>
                <a:ea typeface="+mn-ea"/>
                <a:cs typeface="+mn-cs"/>
              </a:rPr>
              <a:t>To showcase my skills, I have linked two examples: my dissertation proposal formatted in Word and my dissertation defense slide deck in PowerPoint, which features data </a:t>
            </a:r>
            <a:r>
              <a:rPr lang="en-US" sz="2400" kern="1200" dirty="0">
                <a:solidFill>
                  <a:schemeClr val="tx2"/>
                </a:solidFill>
                <a:latin typeface="+mn-lt"/>
                <a:ea typeface="+mn-ea"/>
                <a:cs typeface="+mn-cs"/>
              </a:rPr>
              <a:t>visualizations</a:t>
            </a:r>
            <a:r>
              <a:rPr lang="en-US" sz="2400" kern="1200" dirty="0">
                <a:solidFill>
                  <a:schemeClr val="tx2">
                    <a:lumMod val="50000"/>
                  </a:schemeClr>
                </a:solidFill>
                <a:latin typeface="+mn-lt"/>
                <a:ea typeface="+mn-ea"/>
                <a:cs typeface="+mn-cs"/>
              </a:rPr>
              <a:t>, </a:t>
            </a:r>
            <a:r>
              <a:rPr lang="en-US" sz="2400" kern="1200" dirty="0">
                <a:solidFill>
                  <a:schemeClr val="tx2"/>
                </a:solidFill>
                <a:latin typeface="+mn-lt"/>
                <a:ea typeface="+mn-ea"/>
                <a:cs typeface="+mn-cs"/>
              </a:rPr>
              <a:t>animations</a:t>
            </a:r>
            <a:r>
              <a:rPr lang="en-US" sz="2400" kern="1200" dirty="0">
                <a:solidFill>
                  <a:schemeClr val="tx2">
                    <a:lumMod val="50000"/>
                  </a:schemeClr>
                </a:solidFill>
                <a:latin typeface="+mn-lt"/>
                <a:ea typeface="+mn-ea"/>
                <a:cs typeface="+mn-cs"/>
              </a:rPr>
              <a:t>, and high-resolution </a:t>
            </a:r>
            <a:r>
              <a:rPr lang="en-US" sz="2400" kern="1200" dirty="0">
                <a:solidFill>
                  <a:schemeClr val="tx2"/>
                </a:solidFill>
                <a:latin typeface="+mn-lt"/>
                <a:ea typeface="+mn-ea"/>
                <a:cs typeface="+mn-cs"/>
              </a:rPr>
              <a:t>images</a:t>
            </a:r>
            <a:r>
              <a:rPr lang="en-US" sz="2400" kern="1200" dirty="0">
                <a:solidFill>
                  <a:schemeClr val="tx2">
                    <a:lumMod val="50000"/>
                  </a:schemeClr>
                </a:solidFill>
                <a:latin typeface="+mn-lt"/>
                <a:ea typeface="+mn-ea"/>
                <a:cs typeface="+mn-cs"/>
              </a:rPr>
              <a:t>. These examples highlight my ability to leverage Microsoft Office tools to </a:t>
            </a:r>
            <a:r>
              <a:rPr lang="en-US" sz="2400" kern="1200" dirty="0">
                <a:solidFill>
                  <a:schemeClr val="tx2"/>
                </a:solidFill>
                <a:latin typeface="+mn-lt"/>
                <a:ea typeface="+mn-ea"/>
                <a:cs typeface="+mn-cs"/>
              </a:rPr>
              <a:t>communicate</a:t>
            </a:r>
            <a:r>
              <a:rPr lang="en-US" sz="2400" kern="1200" dirty="0">
                <a:solidFill>
                  <a:schemeClr val="tx2">
                    <a:lumMod val="50000"/>
                  </a:schemeClr>
                </a:solidFill>
                <a:latin typeface="+mn-lt"/>
                <a:ea typeface="+mn-ea"/>
                <a:cs typeface="+mn-cs"/>
              </a:rPr>
              <a:t> effectively and efficiently.</a:t>
            </a:r>
          </a:p>
        </p:txBody>
      </p:sp>
      <p:sp>
        <p:nvSpPr>
          <p:cNvPr id="15" name="Oval 14">
            <a:extLst>
              <a:ext uri="{FF2B5EF4-FFF2-40B4-BE49-F238E27FC236}">
                <a16:creationId xmlns:a16="http://schemas.microsoft.com/office/drawing/2014/main" id="{E6A1D353-A428-D536-EDEE-3345496ABFD9}"/>
              </a:ext>
            </a:extLst>
          </p:cNvPr>
          <p:cNvSpPr/>
          <p:nvPr/>
        </p:nvSpPr>
        <p:spPr>
          <a:xfrm>
            <a:off x="1510920" y="3120653"/>
            <a:ext cx="1629333" cy="12812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eacher with solid fill">
            <a:extLst>
              <a:ext uri="{FF2B5EF4-FFF2-40B4-BE49-F238E27FC236}">
                <a16:creationId xmlns:a16="http://schemas.microsoft.com/office/drawing/2014/main" id="{A2EA8BE5-BA9C-90A1-99EC-3E975C58B36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455729" y="2719275"/>
            <a:ext cx="1919177" cy="1919177"/>
          </a:xfrm>
          <a:prstGeom prst="rect">
            <a:avLst/>
          </a:prstGeom>
        </p:spPr>
      </p:pic>
      <p:pic>
        <p:nvPicPr>
          <p:cNvPr id="9" name="Graphic 8" descr="Share outline">
            <a:extLst>
              <a:ext uri="{FF2B5EF4-FFF2-40B4-BE49-F238E27FC236}">
                <a16:creationId xmlns:a16="http://schemas.microsoft.com/office/drawing/2014/main" id="{BAA0EF9F-FCAD-CA99-1CC6-820A13AFA2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6347" y="5710789"/>
            <a:ext cx="1082309" cy="1082309"/>
          </a:xfrm>
          <a:prstGeom prst="rect">
            <a:avLst/>
          </a:prstGeom>
        </p:spPr>
      </p:pic>
      <p:pic>
        <p:nvPicPr>
          <p:cNvPr id="14" name="Graphic 13" descr="Cloud with solid fill">
            <a:extLst>
              <a:ext uri="{FF2B5EF4-FFF2-40B4-BE49-F238E27FC236}">
                <a16:creationId xmlns:a16="http://schemas.microsoft.com/office/drawing/2014/main" id="{AE1CECF4-CB91-E11E-85BD-DAD08E4103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6498" y="324885"/>
            <a:ext cx="1852100" cy="1852100"/>
          </a:xfrm>
          <a:prstGeom prst="rect">
            <a:avLst/>
          </a:prstGeom>
        </p:spPr>
      </p:pic>
      <p:pic>
        <p:nvPicPr>
          <p:cNvPr id="12" name="Graphic 11" descr="Syncing cloud outline">
            <a:extLst>
              <a:ext uri="{FF2B5EF4-FFF2-40B4-BE49-F238E27FC236}">
                <a16:creationId xmlns:a16="http://schemas.microsoft.com/office/drawing/2014/main" id="{CB99EC72-1797-4243-C2BB-5954B6DAEB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92009" y="324885"/>
            <a:ext cx="1737831" cy="1737831"/>
          </a:xfrm>
          <a:prstGeom prst="rect">
            <a:avLst/>
          </a:prstGeom>
        </p:spPr>
      </p:pic>
    </p:spTree>
    <p:extLst>
      <p:ext uri="{BB962C8B-B14F-4D97-AF65-F5344CB8AC3E}">
        <p14:creationId xmlns:p14="http://schemas.microsoft.com/office/powerpoint/2010/main" val="1856787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6BDB7-82C6-263B-3969-BD2A62BC2A25}"/>
              </a:ext>
            </a:extLst>
          </p:cNvPr>
          <p:cNvSpPr>
            <a:spLocks noGrp="1"/>
          </p:cNvSpPr>
          <p:nvPr>
            <p:ph type="title"/>
          </p:nvPr>
        </p:nvSpPr>
        <p:spPr/>
        <p:txBody>
          <a:bodyPr/>
          <a:lstStyle/>
          <a:p>
            <a:r>
              <a:rPr lang="en-US" dirty="0"/>
              <a:t>Microsoft Office Skills</a:t>
            </a:r>
          </a:p>
        </p:txBody>
      </p:sp>
      <p:sp>
        <p:nvSpPr>
          <p:cNvPr id="3" name="Content Placeholder 2">
            <a:extLst>
              <a:ext uri="{FF2B5EF4-FFF2-40B4-BE49-F238E27FC236}">
                <a16:creationId xmlns:a16="http://schemas.microsoft.com/office/drawing/2014/main" id="{4DAB01E3-59CB-065C-3F93-E340CAE82071}"/>
              </a:ext>
            </a:extLst>
          </p:cNvPr>
          <p:cNvSpPr>
            <a:spLocks noGrp="1"/>
          </p:cNvSpPr>
          <p:nvPr>
            <p:ph sz="half" idx="1"/>
          </p:nvPr>
        </p:nvSpPr>
        <p:spPr>
          <a:xfrm>
            <a:off x="838200" y="1803399"/>
            <a:ext cx="5181600" cy="4373563"/>
          </a:xfrm>
          <a:solidFill>
            <a:schemeClr val="bg1"/>
          </a:solidFill>
        </p:spPr>
        <p:txBody>
          <a:bodyPr/>
          <a:lstStyle/>
          <a:p>
            <a:pPr marL="0" indent="0">
              <a:buNone/>
            </a:pPr>
            <a:r>
              <a:rPr lang="en-US" b="1" dirty="0">
                <a:solidFill>
                  <a:srgbClr val="3376CC"/>
                </a:solidFill>
              </a:rPr>
              <a:t>Word</a:t>
            </a:r>
            <a:r>
              <a:rPr lang="en-US" dirty="0"/>
              <a:t>: A dissertation proposal formatted with professional document structure</a:t>
            </a:r>
          </a:p>
          <a:p>
            <a:pPr marL="0" indent="0">
              <a:buNone/>
            </a:pPr>
            <a:endParaRPr lang="en-US" dirty="0"/>
          </a:p>
        </p:txBody>
      </p:sp>
      <p:sp>
        <p:nvSpPr>
          <p:cNvPr id="4" name="Content Placeholder 3">
            <a:extLst>
              <a:ext uri="{FF2B5EF4-FFF2-40B4-BE49-F238E27FC236}">
                <a16:creationId xmlns:a16="http://schemas.microsoft.com/office/drawing/2014/main" id="{9393D690-BEE9-A3D1-2A03-C5E3A53FAE3C}"/>
              </a:ext>
            </a:extLst>
          </p:cNvPr>
          <p:cNvSpPr>
            <a:spLocks noGrp="1"/>
          </p:cNvSpPr>
          <p:nvPr>
            <p:ph sz="half" idx="2"/>
          </p:nvPr>
        </p:nvSpPr>
        <p:spPr>
          <a:xfrm>
            <a:off x="6368456" y="4344902"/>
            <a:ext cx="5181600" cy="1871663"/>
          </a:xfrm>
        </p:spPr>
        <p:txBody>
          <a:bodyPr/>
          <a:lstStyle/>
          <a:p>
            <a:pPr marL="0" indent="0">
              <a:buNone/>
            </a:pPr>
            <a:r>
              <a:rPr lang="en-US" b="1" dirty="0">
                <a:solidFill>
                  <a:srgbClr val="C43E1C"/>
                </a:solidFill>
              </a:rPr>
              <a:t>PowerPoint</a:t>
            </a:r>
            <a:r>
              <a:rPr lang="en-US" dirty="0"/>
              <a:t>: A dissertation defense slide deck featuring data visualizations, animations, and high-resolution images</a:t>
            </a:r>
          </a:p>
        </p:txBody>
      </p:sp>
      <p:pic>
        <p:nvPicPr>
          <p:cNvPr id="8" name="Picture 7">
            <a:extLst>
              <a:ext uri="{FF2B5EF4-FFF2-40B4-BE49-F238E27FC236}">
                <a16:creationId xmlns:a16="http://schemas.microsoft.com/office/drawing/2014/main" id="{70FD48F1-A4A6-EFDB-4118-35F76585F2C0}"/>
              </a:ext>
            </a:extLst>
          </p:cNvPr>
          <p:cNvPicPr>
            <a:picLocks noChangeAspect="1"/>
          </p:cNvPicPr>
          <p:nvPr/>
        </p:nvPicPr>
        <p:blipFill>
          <a:blip r:embed="rId2"/>
          <a:stretch>
            <a:fillRect/>
          </a:stretch>
        </p:blipFill>
        <p:spPr>
          <a:xfrm>
            <a:off x="2627359" y="2842134"/>
            <a:ext cx="2932539" cy="32639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grpSp>
        <p:nvGrpSpPr>
          <p:cNvPr id="14" name="Group 13">
            <a:extLst>
              <a:ext uri="{FF2B5EF4-FFF2-40B4-BE49-F238E27FC236}">
                <a16:creationId xmlns:a16="http://schemas.microsoft.com/office/drawing/2014/main" id="{903240DE-178A-7FAF-0BE3-A35B3E34473E}"/>
              </a:ext>
            </a:extLst>
          </p:cNvPr>
          <p:cNvGrpSpPr/>
          <p:nvPr/>
        </p:nvGrpSpPr>
        <p:grpSpPr>
          <a:xfrm>
            <a:off x="776932" y="3021521"/>
            <a:ext cx="4859166" cy="3836479"/>
            <a:chOff x="776932" y="3021521"/>
            <a:chExt cx="4859166" cy="3836479"/>
          </a:xfrm>
        </p:grpSpPr>
        <p:pic>
          <p:nvPicPr>
            <p:cNvPr id="6" name="Picture 5">
              <a:extLst>
                <a:ext uri="{FF2B5EF4-FFF2-40B4-BE49-F238E27FC236}">
                  <a16:creationId xmlns:a16="http://schemas.microsoft.com/office/drawing/2014/main" id="{379EB74C-5128-3765-2260-7BF01CC18AC4}"/>
                </a:ext>
              </a:extLst>
            </p:cNvPr>
            <p:cNvPicPr>
              <a:picLocks noChangeAspect="1"/>
            </p:cNvPicPr>
            <p:nvPr/>
          </p:nvPicPr>
          <p:blipFill>
            <a:blip r:embed="rId3"/>
            <a:stretch>
              <a:fillRect/>
            </a:stretch>
          </p:blipFill>
          <p:spPr>
            <a:xfrm>
              <a:off x="1358899" y="3021521"/>
              <a:ext cx="3741097" cy="383647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grpSp>
          <p:nvGrpSpPr>
            <p:cNvPr id="13" name="Group 12">
              <a:extLst>
                <a:ext uri="{FF2B5EF4-FFF2-40B4-BE49-F238E27FC236}">
                  <a16:creationId xmlns:a16="http://schemas.microsoft.com/office/drawing/2014/main" id="{0447A8FB-A64C-7D85-1FFA-2FD5D984B0C8}"/>
                </a:ext>
              </a:extLst>
            </p:cNvPr>
            <p:cNvGrpSpPr/>
            <p:nvPr/>
          </p:nvGrpSpPr>
          <p:grpSpPr>
            <a:xfrm>
              <a:off x="776932" y="5101347"/>
              <a:ext cx="4859166" cy="1255002"/>
              <a:chOff x="970134" y="4747673"/>
              <a:chExt cx="4859166" cy="1255002"/>
            </a:xfrm>
            <a:effectLst>
              <a:outerShdw blurRad="50800" dist="38100" dir="2700000" algn="tl" rotWithShape="0">
                <a:prstClr val="black">
                  <a:alpha val="40000"/>
                </a:prstClr>
              </a:outerShdw>
            </a:effectLst>
          </p:grpSpPr>
          <p:sp>
            <p:nvSpPr>
              <p:cNvPr id="12" name="Rectangle: Rounded Corners 11">
                <a:extLst>
                  <a:ext uri="{FF2B5EF4-FFF2-40B4-BE49-F238E27FC236}">
                    <a16:creationId xmlns:a16="http://schemas.microsoft.com/office/drawing/2014/main" id="{5F41C08A-FE9B-41F2-24EE-7BD7427125BE}"/>
                  </a:ext>
                </a:extLst>
              </p:cNvPr>
              <p:cNvSpPr/>
              <p:nvPr/>
            </p:nvSpPr>
            <p:spPr>
              <a:xfrm>
                <a:off x="1085850" y="4927060"/>
                <a:ext cx="4743450" cy="940340"/>
              </a:xfrm>
              <a:prstGeom prst="roundRect">
                <a:avLst/>
              </a:prstGeom>
              <a:solidFill>
                <a:srgbClr val="8DB2E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3000" b="1" u="sng" dirty="0">
                    <a:solidFill>
                      <a:schemeClr val="bg1"/>
                    </a:solidFill>
                    <a:hlinkClick r:id="rId4">
                      <a:extLst>
                        <a:ext uri="{A12FA001-AC4F-418D-AE19-62706E023703}">
                          <ahyp:hlinkClr xmlns:ahyp="http://schemas.microsoft.com/office/drawing/2018/hyperlinkcolor" val="tx"/>
                        </a:ext>
                      </a:extLst>
                    </a:hlinkClick>
                  </a:rPr>
                  <a:t>View Here</a:t>
                </a:r>
                <a:r>
                  <a:rPr lang="en-US" sz="3000" b="1" u="sng" dirty="0">
                    <a:solidFill>
                      <a:schemeClr val="bg1"/>
                    </a:solidFill>
                  </a:rPr>
                  <a:t> </a:t>
                </a:r>
                <a:r>
                  <a:rPr lang="en-US" sz="3000" u="sng" dirty="0">
                    <a:solidFill>
                      <a:schemeClr val="bg1"/>
                    </a:solidFill>
                  </a:rPr>
                  <a:t>[Ctrl - Click]</a:t>
                </a:r>
              </a:p>
            </p:txBody>
          </p:sp>
          <p:pic>
            <p:nvPicPr>
              <p:cNvPr id="11" name="Picture 10">
                <a:extLst>
                  <a:ext uri="{FF2B5EF4-FFF2-40B4-BE49-F238E27FC236}">
                    <a16:creationId xmlns:a16="http://schemas.microsoft.com/office/drawing/2014/main" id="{20BDCAB1-A68A-9B76-CFA3-CFDE736C4B6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rcRect l="24444" t="22037" r="25023" b="19144"/>
              <a:stretch>
                <a:fillRect/>
              </a:stretch>
            </p:blipFill>
            <p:spPr>
              <a:xfrm>
                <a:off x="970134" y="4747673"/>
                <a:ext cx="1078201" cy="1255002"/>
              </a:xfrm>
              <a:prstGeom prst="rect">
                <a:avLst/>
              </a:prstGeom>
            </p:spPr>
          </p:pic>
        </p:grpSp>
      </p:grpSp>
      <p:pic>
        <p:nvPicPr>
          <p:cNvPr id="21" name="Picture 20">
            <a:extLst>
              <a:ext uri="{FF2B5EF4-FFF2-40B4-BE49-F238E27FC236}">
                <a16:creationId xmlns:a16="http://schemas.microsoft.com/office/drawing/2014/main" id="{C4132680-5B1D-BFDB-7C61-6EB4C7ACEA51}"/>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rcRect l="24992" t="21660" r="22409" b="22519"/>
          <a:stretch>
            <a:fillRect/>
          </a:stretch>
        </p:blipFill>
        <p:spPr>
          <a:xfrm>
            <a:off x="6510276" y="2550542"/>
            <a:ext cx="1160524" cy="1284723"/>
          </a:xfrm>
          <a:prstGeom prst="rect">
            <a:avLst/>
          </a:prstGeom>
        </p:spPr>
      </p:pic>
      <p:grpSp>
        <p:nvGrpSpPr>
          <p:cNvPr id="27" name="Group 26">
            <a:extLst>
              <a:ext uri="{FF2B5EF4-FFF2-40B4-BE49-F238E27FC236}">
                <a16:creationId xmlns:a16="http://schemas.microsoft.com/office/drawing/2014/main" id="{25D43927-825F-3DB5-B672-2D7B7465EE2F}"/>
              </a:ext>
            </a:extLst>
          </p:cNvPr>
          <p:cNvGrpSpPr/>
          <p:nvPr/>
        </p:nvGrpSpPr>
        <p:grpSpPr>
          <a:xfrm>
            <a:off x="6487756" y="1187673"/>
            <a:ext cx="5059770" cy="2825234"/>
            <a:chOff x="6487756" y="1187673"/>
            <a:chExt cx="5059770" cy="2825234"/>
          </a:xfrm>
        </p:grpSpPr>
        <p:pic>
          <p:nvPicPr>
            <p:cNvPr id="26" name="Picture 25">
              <a:extLst>
                <a:ext uri="{FF2B5EF4-FFF2-40B4-BE49-F238E27FC236}">
                  <a16:creationId xmlns:a16="http://schemas.microsoft.com/office/drawing/2014/main" id="{8CFCE578-41C6-CF44-5DC6-1871ADA32449}"/>
                </a:ext>
              </a:extLst>
            </p:cNvPr>
            <p:cNvPicPr>
              <a:picLocks noChangeAspect="1"/>
            </p:cNvPicPr>
            <p:nvPr/>
          </p:nvPicPr>
          <p:blipFill>
            <a:blip r:embed="rId9"/>
            <a:srcRect t="12384"/>
            <a:stretch>
              <a:fillRect/>
            </a:stretch>
          </p:blipFill>
          <p:spPr>
            <a:xfrm rot="625741">
              <a:off x="7290642" y="1187673"/>
              <a:ext cx="4256884" cy="20478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4" name="Picture 23">
              <a:extLst>
                <a:ext uri="{FF2B5EF4-FFF2-40B4-BE49-F238E27FC236}">
                  <a16:creationId xmlns:a16="http://schemas.microsoft.com/office/drawing/2014/main" id="{C9B02F7B-01F9-7B1C-8DC6-C8CEA9116597}"/>
                </a:ext>
              </a:extLst>
            </p:cNvPr>
            <p:cNvPicPr>
              <a:picLocks noChangeAspect="1"/>
            </p:cNvPicPr>
            <p:nvPr/>
          </p:nvPicPr>
          <p:blipFill>
            <a:blip r:embed="rId10"/>
            <a:stretch>
              <a:fillRect/>
            </a:stretch>
          </p:blipFill>
          <p:spPr>
            <a:xfrm rot="432783">
              <a:off x="6927581" y="1585977"/>
              <a:ext cx="4247127" cy="242693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18" name="Rectangle: Rounded Corners 17">
              <a:extLst>
                <a:ext uri="{FF2B5EF4-FFF2-40B4-BE49-F238E27FC236}">
                  <a16:creationId xmlns:a16="http://schemas.microsoft.com/office/drawing/2014/main" id="{DA7C9199-B759-030E-BC1F-ED93D41FC954}"/>
                </a:ext>
              </a:extLst>
            </p:cNvPr>
            <p:cNvSpPr/>
            <p:nvPr/>
          </p:nvSpPr>
          <p:spPr>
            <a:xfrm>
              <a:off x="6601767" y="2844939"/>
              <a:ext cx="4743450" cy="940340"/>
            </a:xfrm>
            <a:prstGeom prst="roundRect">
              <a:avLst/>
            </a:prstGeom>
            <a:solidFill>
              <a:srgbClr val="F7CDC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3000" b="1" u="sng" dirty="0">
                  <a:solidFill>
                    <a:schemeClr val="tx2">
                      <a:lumMod val="50000"/>
                    </a:schemeClr>
                  </a:solidFill>
                  <a:hlinkClick r:id="rId11">
                    <a:extLst>
                      <a:ext uri="{A12FA001-AC4F-418D-AE19-62706E023703}">
                        <ahyp:hlinkClr xmlns:ahyp="http://schemas.microsoft.com/office/drawing/2018/hyperlinkcolor" val="tx"/>
                      </a:ext>
                    </a:extLst>
                  </a:hlinkClick>
                </a:rPr>
                <a:t>View Here </a:t>
              </a:r>
              <a:r>
                <a:rPr lang="en-US" sz="3000" u="sng" dirty="0">
                  <a:solidFill>
                    <a:schemeClr val="tx2">
                      <a:lumMod val="50000"/>
                    </a:schemeClr>
                  </a:solidFill>
                  <a:hlinkClick r:id="rId11">
                    <a:extLst>
                      <a:ext uri="{A12FA001-AC4F-418D-AE19-62706E023703}">
                        <ahyp:hlinkClr xmlns:ahyp="http://schemas.microsoft.com/office/drawing/2018/hyperlinkcolor" val="tx"/>
                      </a:ext>
                    </a:extLst>
                  </a:hlinkClick>
                </a:rPr>
                <a:t>[Ctrl - Click]</a:t>
              </a:r>
              <a:endParaRPr lang="en-US" sz="3000" u="sng" dirty="0">
                <a:solidFill>
                  <a:schemeClr val="tx2">
                    <a:lumMod val="50000"/>
                  </a:schemeClr>
                </a:solidFill>
              </a:endParaRPr>
            </a:p>
          </p:txBody>
        </p:sp>
        <p:pic>
          <p:nvPicPr>
            <p:cNvPr id="22" name="Picture 21">
              <a:extLst>
                <a:ext uri="{FF2B5EF4-FFF2-40B4-BE49-F238E27FC236}">
                  <a16:creationId xmlns:a16="http://schemas.microsoft.com/office/drawing/2014/main" id="{0FD0D62D-0884-C1C3-65D7-2DC8EE2FF4E7}"/>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rcRect l="24992" t="21660" r="22409" b="22519"/>
            <a:stretch>
              <a:fillRect/>
            </a:stretch>
          </p:blipFill>
          <p:spPr>
            <a:xfrm>
              <a:off x="6487756" y="2550542"/>
              <a:ext cx="1160524" cy="1284723"/>
            </a:xfrm>
            <a:prstGeom prst="rect">
              <a:avLst/>
            </a:prstGeom>
          </p:spPr>
        </p:pic>
      </p:grpSp>
    </p:spTree>
    <p:extLst>
      <p:ext uri="{BB962C8B-B14F-4D97-AF65-F5344CB8AC3E}">
        <p14:creationId xmlns:p14="http://schemas.microsoft.com/office/powerpoint/2010/main" val="4524960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076846-26B9-1CE8-A0D1-DBF26E45B2EB}"/>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1BF6907-9EAC-5E7A-217B-7450C7888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AE6D3D3-144F-2F2D-C60A-FC2AE0427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46" name="Group 45">
            <a:extLst>
              <a:ext uri="{FF2B5EF4-FFF2-40B4-BE49-F238E27FC236}">
                <a16:creationId xmlns:a16="http://schemas.microsoft.com/office/drawing/2014/main" id="{5B5BC6D7-BD5D-0A4D-6AD3-3DB0400B3F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47" name="Freeform: Shape 46">
              <a:extLst>
                <a:ext uri="{FF2B5EF4-FFF2-40B4-BE49-F238E27FC236}">
                  <a16:creationId xmlns:a16="http://schemas.microsoft.com/office/drawing/2014/main" id="{B8B9097B-015A-2877-11AD-31FFAEED4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8E9F07B7-708F-6B45-284C-BBF8F5B6CF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0F26A575-3575-B34B-EC75-A32EBAC5C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FC400EA7-9A4D-94C6-C581-F4AB462741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EBC4E3A4-8D96-17D6-C13B-9A6D186BC6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Freeform: Shape 51">
              <a:extLst>
                <a:ext uri="{FF2B5EF4-FFF2-40B4-BE49-F238E27FC236}">
                  <a16:creationId xmlns:a16="http://schemas.microsoft.com/office/drawing/2014/main" id="{2D2EEA5A-1B0F-F8AB-ACCF-BAF7DE12C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52">
              <a:extLst>
                <a:ext uri="{FF2B5EF4-FFF2-40B4-BE49-F238E27FC236}">
                  <a16:creationId xmlns:a16="http://schemas.microsoft.com/office/drawing/2014/main" id="{80676859-B9B6-FC10-755B-C32765241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E63025B1-97BE-4710-0219-346D79577D74}"/>
              </a:ext>
            </a:extLst>
          </p:cNvPr>
          <p:cNvSpPr>
            <a:spLocks noGrp="1"/>
          </p:cNvSpPr>
          <p:nvPr>
            <p:ph type="title"/>
          </p:nvPr>
        </p:nvSpPr>
        <p:spPr>
          <a:xfrm>
            <a:off x="3043250" y="564628"/>
            <a:ext cx="6105194" cy="1082309"/>
          </a:xfrm>
        </p:spPr>
        <p:txBody>
          <a:bodyPr vert="horz" lIns="91440" tIns="45720" rIns="91440" bIns="45720" rtlCol="0" anchor="t">
            <a:noAutofit/>
          </a:bodyPr>
          <a:lstStyle/>
          <a:p>
            <a:pPr algn="ctr"/>
            <a:r>
              <a:rPr lang="en-US" sz="4900" kern="1200" dirty="0">
                <a:latin typeface="+mj-lt"/>
                <a:ea typeface="+mj-ea"/>
                <a:cs typeface="+mj-cs"/>
              </a:rPr>
              <a:t>Microsoft</a:t>
            </a:r>
            <a:br>
              <a:rPr lang="en-US" sz="4900" kern="1200" dirty="0">
                <a:latin typeface="+mj-lt"/>
                <a:ea typeface="+mj-ea"/>
                <a:cs typeface="+mj-cs"/>
              </a:rPr>
            </a:br>
            <a:r>
              <a:rPr lang="en-US" sz="4900" kern="1200" dirty="0">
                <a:latin typeface="+mj-lt"/>
                <a:ea typeface="+mj-ea"/>
                <a:cs typeface="+mj-cs"/>
              </a:rPr>
              <a:t>Office Reflection</a:t>
            </a:r>
          </a:p>
        </p:txBody>
      </p:sp>
      <p:sp>
        <p:nvSpPr>
          <p:cNvPr id="15" name="Oval 14">
            <a:extLst>
              <a:ext uri="{FF2B5EF4-FFF2-40B4-BE49-F238E27FC236}">
                <a16:creationId xmlns:a16="http://schemas.microsoft.com/office/drawing/2014/main" id="{7A9CCF1F-3C93-4F89-7A13-DAA7D00DEA87}"/>
              </a:ext>
            </a:extLst>
          </p:cNvPr>
          <p:cNvSpPr/>
          <p:nvPr/>
        </p:nvSpPr>
        <p:spPr>
          <a:xfrm>
            <a:off x="1098999" y="1643764"/>
            <a:ext cx="1629333" cy="12812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eacher with solid fill">
            <a:extLst>
              <a:ext uri="{FF2B5EF4-FFF2-40B4-BE49-F238E27FC236}">
                <a16:creationId xmlns:a16="http://schemas.microsoft.com/office/drawing/2014/main" id="{E7F3A45A-82CD-C3E3-7599-32BEE9E397D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66614" y="1646937"/>
            <a:ext cx="1919177" cy="1919177"/>
          </a:xfrm>
          <a:prstGeom prst="rect">
            <a:avLst/>
          </a:prstGeom>
        </p:spPr>
      </p:pic>
      <p:pic>
        <p:nvPicPr>
          <p:cNvPr id="9" name="Graphic 8" descr="Share outline">
            <a:extLst>
              <a:ext uri="{FF2B5EF4-FFF2-40B4-BE49-F238E27FC236}">
                <a16:creationId xmlns:a16="http://schemas.microsoft.com/office/drawing/2014/main" id="{B0D86CBA-6E8C-08A5-9888-B9027F1F07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6347" y="5710789"/>
            <a:ext cx="1082309" cy="1082309"/>
          </a:xfrm>
          <a:prstGeom prst="rect">
            <a:avLst/>
          </a:prstGeom>
        </p:spPr>
      </p:pic>
      <p:pic>
        <p:nvPicPr>
          <p:cNvPr id="14" name="Graphic 13" descr="Cloud with solid fill">
            <a:extLst>
              <a:ext uri="{FF2B5EF4-FFF2-40B4-BE49-F238E27FC236}">
                <a16:creationId xmlns:a16="http://schemas.microsoft.com/office/drawing/2014/main" id="{A200C523-3706-C9C1-4A9F-BE15B3C81A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36498" y="324885"/>
            <a:ext cx="1852100" cy="1852100"/>
          </a:xfrm>
          <a:prstGeom prst="rect">
            <a:avLst/>
          </a:prstGeom>
        </p:spPr>
      </p:pic>
      <p:pic>
        <p:nvPicPr>
          <p:cNvPr id="12" name="Graphic 11" descr="Syncing cloud outline">
            <a:extLst>
              <a:ext uri="{FF2B5EF4-FFF2-40B4-BE49-F238E27FC236}">
                <a16:creationId xmlns:a16="http://schemas.microsoft.com/office/drawing/2014/main" id="{980B6269-AC49-65C0-4FE6-A13B5BF84A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92009" y="324885"/>
            <a:ext cx="1737831" cy="1737831"/>
          </a:xfrm>
          <a:prstGeom prst="rect">
            <a:avLst/>
          </a:prstGeom>
        </p:spPr>
      </p:pic>
      <p:graphicFrame>
        <p:nvGraphicFramePr>
          <p:cNvPr id="17" name="Diagram 16">
            <a:extLst>
              <a:ext uri="{FF2B5EF4-FFF2-40B4-BE49-F238E27FC236}">
                <a16:creationId xmlns:a16="http://schemas.microsoft.com/office/drawing/2014/main" id="{0288108E-D93E-51AB-2E04-CADA13E1FEA2}"/>
              </a:ext>
            </a:extLst>
          </p:cNvPr>
          <p:cNvGraphicFramePr/>
          <p:nvPr>
            <p:extLst>
              <p:ext uri="{D42A27DB-BD31-4B8C-83A1-F6EECF244321}">
                <p14:modId xmlns:p14="http://schemas.microsoft.com/office/powerpoint/2010/main" val="2904832389"/>
              </p:ext>
            </p:extLst>
          </p:nvPr>
        </p:nvGraphicFramePr>
        <p:xfrm>
          <a:off x="1763344" y="1194682"/>
          <a:ext cx="9649008" cy="625447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04372498"/>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4F9C"/>
      </a:dk2>
      <a:lt2>
        <a:srgbClr val="E8E8E8"/>
      </a:lt2>
      <a:accent1>
        <a:srgbClr val="FDE379"/>
      </a:accent1>
      <a:accent2>
        <a:srgbClr val="507682"/>
      </a:accent2>
      <a:accent3>
        <a:srgbClr val="C23592"/>
      </a:accent3>
      <a:accent4>
        <a:srgbClr val="C43FD1"/>
      </a:accent4>
      <a:accent5>
        <a:srgbClr val="762DBF"/>
      </a:accent5>
      <a:accent6>
        <a:srgbClr val="4E42DA"/>
      </a:accent6>
      <a:hlink>
        <a:srgbClr val="2D5EBF"/>
      </a:hlink>
      <a:folHlink>
        <a:srgbClr val="96607D"/>
      </a:folHlink>
    </a:clrScheme>
    <a:fontScheme name="Web Essentials">
      <a:majorFont>
        <a:latin typeface="Text Me One"/>
        <a:ea typeface=""/>
        <a:cs typeface=""/>
      </a:majorFont>
      <a:minorFont>
        <a:latin typeface="Aveni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tter_etsu_slides.potx" id="{84144527-B722-4FB9-98F2-24E491EA81C0}" vid="{0578278C-0607-42C8-9465-CC104649CC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74"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62877A-EA5C-49AB-AC21-20680D50A734}">
  <we:reference id="wa200010001" version="1.0.0.1" store="en-US"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903</TotalTime>
  <Words>4012</Words>
  <Application>Microsoft Office PowerPoint</Application>
  <PresentationFormat>Widescreen</PresentationFormat>
  <Paragraphs>237</Paragraphs>
  <Slides>37</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Arial</vt:lpstr>
      <vt:lpstr>Avenir</vt:lpstr>
      <vt:lpstr>Bahnschrift</vt:lpstr>
      <vt:lpstr>Text Me One</vt:lpstr>
      <vt:lpstr>Wingdings</vt:lpstr>
      <vt:lpstr>Office Theme</vt:lpstr>
      <vt:lpstr>CHELSIE’S / RYAN'S EXAMPLE DIGITAL CITIZENSHIP AUDIT</vt:lpstr>
      <vt:lpstr>Contents</vt:lpstr>
      <vt:lpstr>Information Literacy</vt:lpstr>
      <vt:lpstr>Analyzing A Redditor’s Claim in Infographic Post</vt:lpstr>
      <vt:lpstr>Analyzing A Redditor’s Claim in Infographic Post</vt:lpstr>
      <vt:lpstr>Analyzing A Redditor’s Claim in Infographic Post</vt:lpstr>
      <vt:lpstr>Analyzing A Redditor’s Claim in Infographic Post</vt:lpstr>
      <vt:lpstr>Information Literacy Reflection</vt:lpstr>
      <vt:lpstr>Data Literacy</vt:lpstr>
      <vt:lpstr>Data Literacy: Spotify Most Streamed Songs</vt:lpstr>
      <vt:lpstr>Most Streamed Songs by Month</vt:lpstr>
      <vt:lpstr>Most Streamed Songs: Danceability / BPM Connection?: Not really…</vt:lpstr>
      <vt:lpstr>Most Streamed Songs Key Distribution</vt:lpstr>
      <vt:lpstr>Data Literacy Reflection</vt:lpstr>
      <vt:lpstr>Web Literacy</vt:lpstr>
      <vt:lpstr>Accessibility Audit of NCES: Contrast</vt:lpstr>
      <vt:lpstr>Accessibility Audit of NCES: Alt Text</vt:lpstr>
      <vt:lpstr>Accessibility Audit of NCES: Use of Headings, Structure</vt:lpstr>
      <vt:lpstr>Accessibility Audit of NCES: Use of Headings, Structure, cont’d</vt:lpstr>
      <vt:lpstr>Accessibility Audit Conclusion: Good overall, room for improvement</vt:lpstr>
      <vt:lpstr>Web Literacy Reflection</vt:lpstr>
      <vt:lpstr>AI Literacy</vt:lpstr>
      <vt:lpstr>ChatGPT vs Gemini: Prompt 1 – Testing w/ well-known literary work</vt:lpstr>
      <vt:lpstr>ChatGPT vs Gemini: Prompt 1 Analysis</vt:lpstr>
      <vt:lpstr>ChatGPT vs Gemini: Prompt 2 – Same literary work, more CLEAR</vt:lpstr>
      <vt:lpstr>ChatGPT vs Gemini: Prompt 2 Analysis</vt:lpstr>
      <vt:lpstr>ChatGPT vs Gemini: Prompt 2 Analysis</vt:lpstr>
      <vt:lpstr>AI Literacy Reflection</vt:lpstr>
      <vt:lpstr>Cybersecurity Literacy</vt:lpstr>
      <vt:lpstr>Cybersecurity Literacy: My plan after auditing my personal cybersecurity</vt:lpstr>
      <vt:lpstr>1. Devices: Using Bitlocker</vt:lpstr>
      <vt:lpstr>2. Accounts: Using 2FA</vt:lpstr>
      <vt:lpstr>3. Identity: Reducing my footprint</vt:lpstr>
      <vt:lpstr>PowerPoint Presentation</vt:lpstr>
      <vt:lpstr>Microsoft Office Skills</vt:lpstr>
      <vt:lpstr>Microsoft Office Skills</vt:lpstr>
      <vt:lpstr>Microsoft Office Reflection</vt:lpstr>
    </vt:vector>
  </TitlesOfParts>
  <Company>ETSU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Haas, Ryan R</dc:creator>
  <cp:lastModifiedBy>Haas, Ryan R</cp:lastModifiedBy>
  <cp:revision>75</cp:revision>
  <dcterms:created xsi:type="dcterms:W3CDTF">2026-03-11T17:22:28Z</dcterms:created>
  <dcterms:modified xsi:type="dcterms:W3CDTF">2026-04-01T01:18:54Z</dcterms:modified>
</cp:coreProperties>
</file>